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Signal the shift explicitly: part one asked for visibility, part two asks for controls, and controls are where the money is actually protected. The framing that lands with a finance audience is that we are adding the approval and limit structure that every other spend category already has — cloud is the one line where large amounts are committed daily with no requisition, no ceiling and no named approver. Nothing in this section is exotic; it is delegation of authority, budget thresholds and exception handling, applied to a cost line that has been running without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delegated budget authority, expressed in engineering terms. The four duties map to what any budget holder already does — sign off the number, explain the variance, review monthly, retire what is not needed — and the request is simply that cloud spend gets the same named accountability. The point to press: a distribution list cannot hold budget authority, so a group address in the owner field is an unowned budget with better paperwork. The bottom line is the finance consequence — unowned spend is not unbudgeted, it lands in central overhead, which is exactly where cost is hardest to challenge and easiest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 that matters to this audience is the third one, because it is the only place a financial control actually binds — the first two are notifications. Ask directly whether we are willing to have a limit that stops something, and where; without one, the budget is a forecast with a stern tone. Proportional burn is worth understanding as a variance tool: it compares consumption against elapsed period rather than against the total, which is the same logic as phasing a budget rather than dividing it by twelve. It also gives earlier warning — a flat threshold cannot fire before the money is largely spent. Finally, budgets should live in one place finance maintains, not embedded in engineering tooling where changing a number requires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latency chart explains something that surprises most finance teams: the cost data behind every budget report is a day or two stale, so no threshold built on it can prevent an overrun — it can only report one. That is the argument for technical limits, which act in seconds on live usage. Frame the four controls as pre-approved spending limits rather than engineering settings: a quota is a ceiling on what can be consumed without someone authorizing more, which is precisely how spend authority works elsewhere. They are also cheap to reverse, so the asymmetry favours setting them: a limit set too low costs a short delay, while no limit costs whatever the incident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escalation policy behind the budget controls, and note who is on the receiving end of each tier — that is the operational commitment being requested. The finance-relevant caution is the middle one: alerts that fire without a possible response get muted, and muted alerting produces false assurance in exactly the reports leadership relies on. The third caution deserves a controller's attention — if the data feed stops, every threshold silently passes and the dashboards look calm, so we monitor for the absence of data as well as for bad numbers. That is a controls question, not a technical one, and it is the sort of gap an auditor will eventually ask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governance structure, because this is the slide that answers 'who is accountable' before the question is asked in a less comfortable setting. Finance owns budget and allocation policy; the platform function owns the standard and the instrumentation; engineering owns building and responding; leadership arbitrates the commitments and the trade-offs. Note that authority and execution are deliberately separated on the guardrails and alert rows — the people who build the limits are not the people who decide where they sit. Ask for two names today, the taxonomy owner and the budget-policy owner, and the rest of the grid can be filled in by the next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parallel is a capital request reviewed before commitment rather than after. These architectural decisions commit recurring spend without ever passing through a requisition, and this slide asks for a review point at the moment the commitment is made. The band is the argument: by the time a design is signed off, most of that workload's lifetime cost is fixed. Everything we do later is trimming a base rate we already accepted. Note the resourcing implication, since it is the obvious question — this needs someone's time in design reviews, not a new team. It is the cheapest control on offer here, and the Framework treats it as a defined capability rather than an optional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two or three of these aloud, because they demonstrate that cost questions at design are engineering questions, not finance interference — which is the objection this slide exists to disarm. The finance-relevant output is at the bottom: a cost estimate attached to the design and a cost target recorded alongside the other non-functional requirements. That gives us a budget baseline that exists before spend starts, which is what makes later variance meaningful — without it, the first actual is the plan. The AI question deserves attention given how quickly that line grows: token volume, cache behaviour and model tier change the unit cost by an order of magnitude, and provisioned capacity is a commitment decision in everything but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bring to the conversation about why the number moved, because it reframes the problem from cost to timing. The overrun is the same in all four columns; what changes is how much notice we get, and notice is what converts a write-off into a decision. The third point is the one with direct budget consequence — a forecast warning two weeks before month end can still change the month's outcome, while the invoice can only be explained after close. Be careful with the closing line and repeat it verbatim: this programme does not commit to reducing spend by a percentage, it commits to no unexplained variance. That is the promise we can actually keep, and it is worth more at the audit committee than a savings figure nobody can attribute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2026-08-04T16:41:57Z</dcterms:created>
  <dcterms:modified xsi:type="dcterms:W3CDTF">2026-08-04T16:41:57Z</dcterms:modified>
</cp:coreProperties>
</file>
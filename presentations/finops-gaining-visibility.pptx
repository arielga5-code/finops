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defines shift left properly, so do not let it be heard as a tooling pitch. Shift left is a change in when the FinOps conversation happens: today it starts when the invoice arrives, and it belongs at requirements and design, where the decisions that commit the money are actually made. Walk the band left to right and make the point under it — by the time the design is agreed, most of the lifetime cost of that workload is already determined. Rightsizing afterwards trims the margin; the architecture set the base. The two cards are the exchange, and the right one matters more than the left. FinOps arrives with priced options and a cost target, but it leaves with an understanding of what the project actually needs — the real SLO, what is temporary, where the business value sits. That is why a named person has to be in the room rather than a report being circulated. Cite the Framework line at the bottom: this is a defined capability, not an invented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companion to the previous slide, and the one to hand to an architect. None of the six is a finance question — every one is a design question the team can answer in the room, and every one moves the bill by a large factor. Pick two to talk through rather than reading all six. The shape-of-load question is the highest-yield: sizing for a weekly peak is the most common and most expensive habit. The temporary question is the cheapest win, because an expiry date set on day one costs nothing and removing an environment two years later is a project nobody volunteers for. The bottom line is what makes the meeting real: the output is a number attached to the design and a cost target recorded next to the latency and availability targets, so cost becomes a non-functional requirement rather than a preference. Automation enforces it afterwards — the cost diff on the pull request and policy as code — but the number comes from this conversation, not from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operating-model slide, and the honest self-check for whoever runs this practice. Everything earlier in the deck produces findings; this is about whether findings become changes. Walk the chain and stop on the second box. A finding with no named owner and no date does not fail loudly — it simply sits in a dashboard being accurate, which is the most common way a cost programme dies. Sizing and dating each item is what turns a report into a queue of work someone can be asked about. The measures on the right are the ones to report upward, and they are deliberately not savings numbers. Adoption — the share of findings that acquired an owner and a date — predicts savings; accuracy does not. Realized against identified is the pair that keeps everyone honest, because identified savings are a forecast and only realized savings appear on an invoice. The build-for-engineers point is worth saying plainly: an engineer wants the three things worth fixing this sprint, not a complete and beautiful cost model. Serve that, and the finance-grade report improves anyway, because the underlying data gets used and therefore gets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2026-08-04T17:09:21Z</dcterms:created>
  <dcterms:modified xsi:type="dcterms:W3CDTF">2026-08-04T17:09:21Z</dcterms:modified>
</cp:coreProperties>
</file>
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briefing is about the Inform phase of FinOps — visibility. It is deliberately not an optimization pitch. The argument is that visibility is the prerequisite that makes every later saving durable rather than one-off.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lived experience rather than theory: the month-end surprise. If you have one, use a real example of a bill that moved and could not be explained within 24 hours. The point of the quote is that a dashboard is not the same thing as visibility — visibility means an owner and a cause can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'Finance + DevOps' compound: this is an operating model that puts two functions in the same conversation, not a tool purchase. Inform is highlighted because it is where this organization is, and because the cycle repeats — each optimization round needs fresh visibility to target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test for the visibility programme. Invite the room to answer them for our own estate right now — the gaps in the answers are the business case. The bottom line matters most to a cost-conscious executive: without allocation, the only lever left is an across-the-board cut, which lands hardest on whoever is least able to argue back rather than on actual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in dependency order: allocation makes reporting meaningful, reporting makes unit economics computable, and freshness determines whether any of it is actionable. Unit economics is the one that changes the conversation with the board — it separates 'spend is up' from 'spend per customer is down', which are opposite stories told by the same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it says the goal is hard and names why. The next four slides map one-to-one onto the first four blockers. SaaS and marketplace spend has no dedicated solution slide because the fix is procurement discipline rather than tooling — flag it as an action for finance, not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to take away if only one lands. Two decisions are needed from this room: who owns the tag taxonomy, and whether we are willing to enforce it with policy that blocks untagged resource creation. Enforcement at creation is nearly free; retrofitting a live estate is not. The five minimum tags are a starting point — resist the urge to design thirty.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naming our own shared platforms out loud here. The caveat to flag: a shared platform carries one set of tags, so resource tags alone cannot split it — per-team attribution needs either gateway-level keys or application-level instrumentation. Decide which before promising anyone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failure modes to describe: under-coverage, where we pay on-demand rates for workloads that never turn off; and over-commitment, where we buy for a peak that never returns. The reporting fix is showing both prices — teams that only see the discounted rate cannot tell whether the commitment is earning its keep, and teams that only see list price will not believe the savings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to our own footprint: if we are effectively single-cloud, the native tooling is sufficient and a platform purchase is premature. The FOCUS point still matters even then — asking vendors for FOCUS-compliant exports keeps the option open and makes any future migration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message. Showback is a runway, not a lesser version of chargeback: it is where allocation disputes get found and settled while the stakes are still low. A chargeback launched on 60% tagging coverage produces an argument about the numbers instead of a conversation about the spend, and that argument is expensive to unwind.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maturity self-assessment rather than a wish list: mark each of the six as in place, partial, or absent for our estate. Note that four of the six are visibility practices — high performers are not distinguished by how aggressively they cut, but by how early and how precisely they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deck — say plainly that part one was about seeing and part two is about controlling, and that the second does not follow automatically from the first. The distinction worth landing: a report tells you what already happened, a control decides what is permitted to happen next. Teams routinely build the first and assume they have the second. If time is short, the two pillars that pay for themselves fastest are ownership and rate limits — one gives every alert a destination, the other is the only thing on the list that can stop spend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is the prerequisite for everything else in this section: an alert with no owner is a notification, a budget with no owner is a forecast. Push hard on the named-person point, because it is where this usually goes soft — a team alias feels safer to assign and answers nothing at 2am. The four duties are deliberately concrete; if a proposed owner cannot do all four, they are a contact, not an owner. The bottom callout is the one to leave hanging: unowned resources are not unbudgeted, they are simply charged to whoever is least able to refuse them, which is usually the central platform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so the response matches the severity — notify, review, gate — and only the last one blocks anything. Make the case for a real gate somewhere in the estate: teams treat a threshold that has never stopped anything as advisory, because it is. The bottom panel is the technical heart of the slide and worth reading aloud. Proportional burn compares spend against how much of the month has elapsed, so it separates a healthy month that is simply late from a runaway that started on day three — a flat percentage cannot tell those apart. Keep the budget figures in one place finance can edit; budgets hard-coded across alert rules go stale within a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the argument: billing data arrives a day or two late, utilization metrics in minutes, application telemetry in seconds. Anything built on the billing plane is a report on money already gone. State it directly — a cost alert cannot stop a runaway job. The four controls are all reversible in seconds, which is what makes them safe to set conservatively: a quota that turns out to be too tight is a five-minute fix, while the absence of one is a five-figure invoice. Expect pushback that limits will throttle legitimate growth. The answer is that a ceiling is not a target, it is the point at which a human is asked whether this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tiering rule is the takeaway: sort alerts by what they can actually prevent, then route them by that. Protective alerts run on fast signals and earn a page. Budget alerts run on billing data and belong in a channel. Advisory alerts become tickets. The three cautions at the bottom are hard-won. Paging on a budget threshold wakes someone about a fact they cannot change, and does it repeatedly until they mute the rule — at which point the alerting looks healthy and is not. The silence alert is the one nobody builds until after the incident: an expired credential stops the data feed, every threshold rule goes quiet, and a quiet dashboard is indistinguishable from a good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on the division of labour, because the most common failure here is not a missing tool but an assumption that FinOps is the platform team's job. Walk one row rather than all five — guardrails is a good choice, since engineering builds them but does not get to decide unilaterally where the ceiling sits. The pattern to point out is that no column owns more than two rows: this is a shared model by construction, and any version where one function owns everything has quietly become that function's problem alone. Bring a filled-in version of this grid with real names to the next meeting; the grid with roles is a discussion, the grid with names is a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for both halves of the deck, and the one to use if someone asks what all this buys. Walk the timeline left to right: the same overrun, found at four different moments, and only the first three leave anyone a decision to make. The fourth point is the status quo — it is not that the invoice is wrong, it is that by the time it arrives the only available action is explaining it. Land the closing line deliberately: we are not promising a smaller bill, and anyone who promises that before seeing the data is guessing. We are promising a bill with nothing surprising in it, which is a different and more defensible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Step 1 is highlighted because it is the only one that cannot be parallelized — everything downstream degrades if the taxonomy is still in flux. Steps 2 and 4 are both arguments against over-engineering: pick the top spend categories and the tooling that matches the estate we actually have, not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causal chain rather than a summary of slides. Each link is a separate management commitment: allocation data, published ownership, cost surfaced in the engineering workflow, and a review cadence that keeps it alive. Ask for the first two today; the rest follow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three questions. What will this cost — mostly effort, not licences, if we stay on native tooling. How long until we see savings — allocation coverage improves in weeks, targeted savings follow the first full month of clean data. Who owns it — name the tagging owner and the review cadence before leaving the room, or nothing on the previous slides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management briefing</dc:subject>
  <dc:creator>FinOps</dc:creator>
  <cp:lastModifiedBy>FinOps</cp:lastModifiedBy>
  <cp:revision>1</cp:revision>
  <dcterms:created xsi:type="dcterms:W3CDTF">2026-08-04T16:08:05Z</dcterms:created>
  <dcterms:modified xsi:type="dcterms:W3CDTF">2026-08-04T16:08:05Z</dcterms:modified>
</cp:coreProperties>
</file>
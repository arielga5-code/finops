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359152"/>
            <a:ext cx="50292" cy="40233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8303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7279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ECS‬‬</a:t>
            </a:r>
            <a:endParaRPr lang="he-IL" sz="1900" dirty="0"/>
          </a:p>
        </p:txBody>
      </p:sp>
      <p:sp>
        <p:nvSpPr>
          <p:cNvPr id="9" name="Shape 7"/>
          <p:cNvSpPr/>
          <p:nvPr/>
        </p:nvSpPr>
        <p:spPr>
          <a:xfrm>
            <a:off x="6577279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7279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המערך הקיים — באותה ארכיטקטורה ובאותם ממשקים.‬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10966399" y="3694176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7279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‪$695,520 · 600 TB‬ לוגי · ‪Replica x3‬‬</a:t>
            </a:r>
            <a:endParaRPr lang="he-IL" sz="1300" dirty="0"/>
          </a:p>
        </p:txBody>
      </p:sp>
      <p:sp>
        <p:nvSpPr>
          <p:cNvPr id="13" name="Shape 11"/>
          <p:cNvSpPr/>
          <p:nvPr/>
        </p:nvSpPr>
        <p:spPr>
          <a:xfrm>
            <a:off x="10966399" y="4078224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7279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‪PO‬ באוקטובר, אספקה תוך כחודשיים‬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462272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7279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‫תוספת דיסקים ל-‪nodes‬ קיימים · תחזוקה ל-‪5‬ שנים‬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10966399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7279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שינוי באפליקציות, אך הוצאה הונית מלאה‬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6577279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3583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6440" y="2359152"/>
            <a:ext cx="50292" cy="402336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170432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דימות ו-‪Verint‬ לענן‬</a:t>
            </a:r>
            <a:endParaRPr lang="he-IL" sz="1900" dirty="0"/>
          </a:p>
        </p:txBody>
      </p:sp>
      <p:sp>
        <p:nvSpPr>
          <p:cNvPr id="25" name="Shape 23"/>
          <p:cNvSpPr/>
          <p:nvPr/>
        </p:nvSpPr>
        <p:spPr>
          <a:xfrm>
            <a:off x="1170432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ב-‪AWS‬, ופינוי השטח שהוא תופס היום ב-‪ECS‬.‬</a:t>
            </a:r>
            <a:endParaRPr lang="he-IL" sz="1400" dirty="0"/>
          </a:p>
        </p:txBody>
      </p:sp>
      <p:sp>
        <p:nvSpPr>
          <p:cNvPr id="27" name="Shape 25"/>
          <p:cNvSpPr/>
          <p:nvPr/>
        </p:nvSpPr>
        <p:spPr>
          <a:xfrm>
            <a:off x="5559552" y="3694176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תשלום לפי צריכה, ללא הוצאה הונית‬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5559552" y="4078224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שבועות — ללא ‪PO‬ וללא זמן אספקה‬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5559552" y="4462272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70432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‫ניתן להתחיל בקורפוס אחד ולהרחיב בהדרגה‬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5559552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70432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מיד, אך נדרשת שכבת ‪API‬ באפליקציה‬</a:t>
            </a:r>
            <a:endParaRPr lang="he-IL" sz="1300" dirty="0"/>
          </a:p>
        </p:txBody>
      </p:sp>
      <p:sp>
        <p:nvSpPr>
          <p:cNvPr id="35" name="Shape 33"/>
          <p:cNvSpPr/>
          <p:nvPr/>
        </p:nvSpPr>
        <p:spPr>
          <a:xfrm>
            <a:off x="1170432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16736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— ‪3,024 TB‬ ברוטו — ‪$386‬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30428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5420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79776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327355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51129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986723" y="3749040"/>
            <a:ext cx="2232965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3467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424281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44805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10475366" y="4718304"/>
            <a:ext cx="744322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31596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1" name="Text 19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ל-‪GB‬ — כ-‪$9K‬ להוצאת ‪100 TB‬ חזרה.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3113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 ואישור‬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‫שם הקובץ ותאריך היצירה משתנים בהעתקה. בית משפט עשוי לדרוש אסמכתא שהתוכן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‪manifest‬ חתום ‪SHA-256‬ לכל אובייקט — שם מקורי, שם יעד ותאריך מקור — יחד עם ‪S3 Object Lock‬. הפתרון מחייב אישור מפורש של הלשכה המשפטית לפני ההעתקה הראשונה.‬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3113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‪il-central-1‬ בתל אביב, הצפנה ב-‪KMS‬ עם מפתח בבעלותנו, ואישור ‪DPO‬ ורגולטור לפני ההעתקה.‬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1168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3113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15798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‫אפליקציה · שינוי מצביעים‬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45059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‫האפליקציות מצביעות היום לנתיב ב-‪ECS‬. מעבר ל-‪S3‬ מחייב פיתוח בצד היישום, לא רק העברת דאטה.‬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אפיון מול צוותי הדימות ו-‪Verint‬, הערכת מאמץ פיתוח, ותקופת ביניים שבה שתי הכתובות פעילות במקביל.‬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‫מיליוני קבצים קטנים‬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‫הקורפוס הוא מיליוני קבצים קטנים; שמות ומבנה התיקיות ב-‪S3‬ שונים, ואין מיפוי אחד-לאחד.‬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מיפוי שמות ומבנה מוסכם מראש, ואימות של צוותי האפליקציה שכל מסמך נגיש בשמו החדש. נדרש זמן צוות ייעודי.‬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 · זמני אחזור‬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‫אחזור מהענן איטי מאחזור מ-‪ECS‬ מקומי. לטנציה בשליפה עלולה לפגוע בשירות למשתמש הקצה.‬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מדידת זמני אחזור מול ה-‪SLA‬ הקיים לפני התחייבות, חיבור ‪Direct Connect‬ ולא אינטרנט, וקאשינג מקומי לפריטים חמים.‬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23360"/>
            <a:ext cx="3246120" cy="1773936"/>
          </a:xfrm>
          <a:prstGeom prst="roundRect">
            <a:avLst>
              <a:gd name="adj" fmla="val 2577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42816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169664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‫כלי ההעברה · ‪POC‬‬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62272"/>
            <a:ext cx="2734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מוכח בסדר גודל כזה; קבצים עלולים להיכשל בהעברה בלי שהדבר יתגלה.‬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501091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74920"/>
            <a:ext cx="2734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קצר על ‪1–2 TB‬ עם ‪AWS DataSync‬: ולידציה מובנית, דוח חריגים לכל ריצה, ומחיקה מ-‪ECS‬ רק לאחר אימות מלא.‬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באדום חוסמים התחלה: בלי אישור הלשכה המשפטית ובלי אישור ‪DPO‬ ורגולטור אין העתקה ראשונה. ארבעת הכתומים נסגרים ב-‪POC‬ ובאפיון מול צוותי האפליקציה.‬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ו-‪Standard-IA‬ באזור תל אביב.‬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2026-08-17T15:10:13Z</dcterms:created>
  <dcterms:modified xsi:type="dcterms:W3CDTF">2026-08-17T15:10:13Z</dcterms:modified>
</cp:coreProperties>
</file>
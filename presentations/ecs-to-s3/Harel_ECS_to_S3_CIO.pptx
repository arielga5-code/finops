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‫ה-‪PO‬ חייב לצאת באוקטובר ‪2026‬ — אחרת נגיע ל-‪80%‬ בדצמבר בלי דיסקים‬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68335" y="1956816"/>
            <a:ext cx="3200400" cy="1371600"/>
          </a:xfrm>
          <a:prstGeom prst="roundRect">
            <a:avLst>
              <a:gd name="adj" fmla="val 3333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18443" y="2139696"/>
            <a:ext cx="50292" cy="10058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42655" y="213969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 · אוגוסט ‪2026‬‬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442655" y="2432304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500" dirty="0"/>
          </a:p>
        </p:txBody>
      </p:sp>
      <p:sp>
        <p:nvSpPr>
          <p:cNvPr id="9" name="Text 7"/>
          <p:cNvSpPr/>
          <p:nvPr/>
        </p:nvSpPr>
        <p:spPr>
          <a:xfrm>
            <a:off x="8442655" y="29443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 בשימוש‬</a:t>
            </a:r>
            <a:endParaRPr lang="he-IL" sz="1100" dirty="0"/>
          </a:p>
        </p:txBody>
      </p:sp>
      <p:sp>
        <p:nvSpPr>
          <p:cNvPr id="10" name="Text 8"/>
          <p:cNvSpPr/>
          <p:nvPr/>
        </p:nvSpPr>
        <p:spPr>
          <a:xfrm>
            <a:off x="7692847" y="24597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492447" y="1956816"/>
            <a:ext cx="3200400" cy="1371600"/>
          </a:xfrm>
          <a:prstGeom prst="roundRect">
            <a:avLst>
              <a:gd name="adj" fmla="val 3333"/>
            </a:avLst>
          </a:prstGeom>
          <a:solidFill>
            <a:srgbClr val="182133"/>
          </a:solidFill>
          <a:ln w="1905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42555" y="2139696"/>
            <a:ext cx="50292" cy="10058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6767" y="213969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050" dirty="0"/>
          </a:p>
        </p:txBody>
      </p:sp>
      <p:sp>
        <p:nvSpPr>
          <p:cNvPr id="14" name="Text 12"/>
          <p:cNvSpPr/>
          <p:nvPr/>
        </p:nvSpPr>
        <p:spPr>
          <a:xfrm>
            <a:off x="4766767" y="2432304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4766767" y="29443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מ-‪Dell‬‬</a:t>
            </a:r>
            <a:endParaRPr lang="he-IL" sz="1100" dirty="0"/>
          </a:p>
        </p:txBody>
      </p:sp>
      <p:sp>
        <p:nvSpPr>
          <p:cNvPr id="16" name="Text 14"/>
          <p:cNvSpPr/>
          <p:nvPr/>
        </p:nvSpPr>
        <p:spPr>
          <a:xfrm>
            <a:off x="4016959" y="24597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16559" y="1956816"/>
            <a:ext cx="3200400" cy="1371600"/>
          </a:xfrm>
          <a:prstGeom prst="roundRect">
            <a:avLst>
              <a:gd name="adj" fmla="val 3333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66667" y="2139696"/>
            <a:ext cx="50292" cy="10058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0879" y="213969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050" dirty="0"/>
          </a:p>
        </p:txBody>
      </p:sp>
      <p:sp>
        <p:nvSpPr>
          <p:cNvPr id="20" name="Text 18"/>
          <p:cNvSpPr/>
          <p:nvPr/>
        </p:nvSpPr>
        <p:spPr>
          <a:xfrm>
            <a:off x="1090879" y="2432304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 ואספקה‬</a:t>
            </a:r>
            <a:endParaRPr lang="he-IL" sz="2500" dirty="0"/>
          </a:p>
        </p:txBody>
      </p:sp>
      <p:sp>
        <p:nvSpPr>
          <p:cNvPr id="21" name="Text 19"/>
          <p:cNvSpPr/>
          <p:nvPr/>
        </p:nvSpPr>
        <p:spPr>
          <a:xfrm>
            <a:off x="1090879" y="2944368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‫הדיסקים מגיעים בדיוק בזמן‬</a:t>
            </a:r>
            <a:endParaRPr lang="he-IL" sz="1100" dirty="0"/>
          </a:p>
        </p:txBody>
      </p:sp>
      <p:sp>
        <p:nvSpPr>
          <p:cNvPr id="22" name="Shape 20"/>
          <p:cNvSpPr/>
          <p:nvPr/>
        </p:nvSpPr>
        <p:spPr>
          <a:xfrm>
            <a:off x="6229807" y="3657600"/>
            <a:ext cx="5138928" cy="1847088"/>
          </a:xfrm>
          <a:prstGeom prst="roundRect">
            <a:avLst>
              <a:gd name="adj" fmla="val 2475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54335" y="385876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40703" y="3877056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 On-Prem‬‬</a:t>
            </a:r>
            <a:endParaRPr lang="he-IL" sz="1600" dirty="0"/>
          </a:p>
        </p:txBody>
      </p:sp>
      <p:sp>
        <p:nvSpPr>
          <p:cNvPr id="25" name="Text 23"/>
          <p:cNvSpPr/>
          <p:nvPr/>
        </p:nvSpPr>
        <p:spPr>
          <a:xfrm>
            <a:off x="6540703" y="4352544"/>
            <a:ext cx="4517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6000"/>
              </a:lnSpc>
              <a:buNone/>
            </a:pPr>
            <a:r>
              <a:rPr lang="he-IL" alt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מסכנת את זמינות המערכת. חודשיים אספקה מ-‪Dell‬ פירושם שהחלון להוצאת ‪PO‬ נסגר באוקטובר. הצעת ‪Dell‬ עומדת על ‪$695,520‬ עבור ‪600 TB‬ לוגי.‬</a:t>
            </a:r>
            <a:endParaRPr lang="he-IL" sz="1250" dirty="0"/>
          </a:p>
        </p:txBody>
      </p:sp>
      <p:sp>
        <p:nvSpPr>
          <p:cNvPr id="26" name="Shape 24"/>
          <p:cNvSpPr/>
          <p:nvPr/>
        </p:nvSpPr>
        <p:spPr>
          <a:xfrm>
            <a:off x="6540703" y="4992624"/>
            <a:ext cx="4517136" cy="365760"/>
          </a:xfrm>
          <a:prstGeom prst="roundRect">
            <a:avLst>
              <a:gd name="adj" fmla="val 40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87007" y="4992624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200" dirty="0"/>
          </a:p>
        </p:txBody>
      </p:sp>
      <p:sp>
        <p:nvSpPr>
          <p:cNvPr id="28" name="Shape 26"/>
          <p:cNvSpPr/>
          <p:nvPr/>
        </p:nvSpPr>
        <p:spPr>
          <a:xfrm>
            <a:off x="822960" y="3657600"/>
            <a:ext cx="5138928" cy="1847088"/>
          </a:xfrm>
          <a:prstGeom prst="roundRect">
            <a:avLst>
              <a:gd name="adj" fmla="val 2475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47488" y="385876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133856" y="3877056"/>
            <a:ext cx="3822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ל-‪AWS S3‬‬</a:t>
            </a:r>
            <a:endParaRPr lang="he-IL" sz="1600" dirty="0"/>
          </a:p>
        </p:txBody>
      </p:sp>
      <p:sp>
        <p:nvSpPr>
          <p:cNvPr id="31" name="Text 29"/>
          <p:cNvSpPr/>
          <p:nvPr/>
        </p:nvSpPr>
        <p:spPr>
          <a:xfrm>
            <a:off x="1133856" y="4352544"/>
            <a:ext cx="45171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6000"/>
              </a:lnSpc>
              <a:buNone/>
            </a:pPr>
            <a:r>
              <a:rPr lang="he-IL" altLang="en-US" sz="12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ב-‪ECS‬ תוך שבועות, ללא ‪PO‬ וללא זמן אספקה. רץ במקביל לרכש ומקטין את הלחץ על הסף — אך אינו מחליף את הדיסקים ואינו עוצר את השעון.‬</a:t>
            </a:r>
            <a:endParaRPr lang="he-IL" sz="1250" dirty="0"/>
          </a:p>
        </p:txBody>
      </p:sp>
      <p:sp>
        <p:nvSpPr>
          <p:cNvPr id="32" name="Shape 30"/>
          <p:cNvSpPr/>
          <p:nvPr/>
        </p:nvSpPr>
        <p:spPr>
          <a:xfrm>
            <a:off x="1133856" y="4992624"/>
            <a:ext cx="4517136" cy="365760"/>
          </a:xfrm>
          <a:prstGeom prst="roundRect">
            <a:avLst>
              <a:gd name="adj" fmla="val 40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80160" y="4992624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200" dirty="0"/>
          </a:p>
        </p:txBody>
      </p:sp>
      <p:sp>
        <p:nvSpPr>
          <p:cNvPr id="34" name="Shape 32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חודש עיכוב בהוצאת ה-‪PO‬ דוחה את האספקה בחודש — אך אינו דוחה את חציית ‪80%‬. עיכוב לנובמבר פירושו הגעה ל-‪80%‬ לפני שהדיסקים בבית.‬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249424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487168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‫‪$0.023 / GB‬‬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24912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2257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$141K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299923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236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445398" y="3474720"/>
            <a:ext cx="277429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07238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3749040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3986784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9392717" y="4224528"/>
            <a:ext cx="1826971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221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36408" y="449884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9" name="Text 17"/>
          <p:cNvSpPr/>
          <p:nvPr/>
        </p:nvSpPr>
        <p:spPr>
          <a:xfrm>
            <a:off x="7836408" y="473659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20" name="Shape 18"/>
          <p:cNvSpPr/>
          <p:nvPr/>
        </p:nvSpPr>
        <p:spPr>
          <a:xfrm>
            <a:off x="10644530" y="4974336"/>
            <a:ext cx="575158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572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9" name="Text 27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30" name="Shape 28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באזור תל אביב — לא מול ‪S3 Standard‬.‬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2026-08-17T13:50:58Z</dcterms:created>
  <dcterms:modified xsi:type="dcterms:W3CDTF">2026-08-17T13:50:58Z</dcterms:modified>
</cp:coreProperties>
</file>
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5.xml" ContentType="application/vnd.openxmlformats-officedocument.drawingml.chart+xml"/>
  <Override PartName="/ppt/notesSlides/notesSlide9.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0.xml" ContentType="application/vnd.openxmlformats-officedocument.presentationml.notesSlide+xml"/>
  <Override PartName="/ppt/charts/chart8.xml" ContentType="application/vnd.openxmlformats-officedocument.drawingml.chart+xml"/>
  <Override PartName="/ppt/notesSlides/notesSlide11.xml" ContentType="application/vnd.openxmlformats-officedocument.presentationml.notesSlide+xml"/>
  <Override PartName="/ppt/charts/chart9.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0.xml" ContentType="application/vnd.openxmlformats-officedocument.drawingml.chart+xml"/>
  <Override PartName="/ppt/notesSlides/notesSlide14.xml" ContentType="application/vnd.openxmlformats-officedocument.presentationml.notesSlide+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12.xml" ContentType="application/vnd.openxmlformats-officedocument.drawingml.chart+xml"/>
  <Override PartName="/ppt/notesSlides/notesSlide33.xml" ContentType="application/vnd.openxmlformats-officedocument.presentationml.notesSlide+xml"/>
  <Override PartName="/ppt/charts/chart13.xml" ContentType="application/vnd.openxmlformats-officedocument.drawingml.chart+xml"/>
  <Override PartName="/ppt/notesSlides/notesSlide34.xml" ContentType="application/vnd.openxmlformats-officedocument.presentationml.notesSlide+xml"/>
  <Override PartName="/ppt/charts/chart14.xml" ContentType="application/vnd.openxmlformats-officedocument.drawingml.chart+xml"/>
  <Override PartName="/ppt/notesSlides/notesSlide35.xml" ContentType="application/vnd.openxmlformats-officedocument.presentationml.notesSlide+xml"/>
  <Override PartName="/ppt/charts/chart15.xml" ContentType="application/vnd.openxmlformats-officedocument.drawingml.chart+xml"/>
  <Override PartName="/ppt/notesSlides/notesSlide36.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7.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8.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9" r:id="rId4"/>
    <p:sldId id="260" r:id="rId5"/>
    <p:sldId id="296" r:id="rId6"/>
    <p:sldId id="262" r:id="rId7"/>
    <p:sldId id="297" r:id="rId8"/>
    <p:sldId id="290" r:id="rId9"/>
    <p:sldId id="291" r:id="rId10"/>
    <p:sldId id="292" r:id="rId11"/>
    <p:sldId id="293" r:id="rId12"/>
    <p:sldId id="264" r:id="rId13"/>
    <p:sldId id="266" r:id="rId14"/>
    <p:sldId id="265" r:id="rId15"/>
    <p:sldId id="267" r:id="rId16"/>
    <p:sldId id="274" r:id="rId17"/>
    <p:sldId id="276" r:id="rId18"/>
    <p:sldId id="277" r:id="rId19"/>
    <p:sldId id="298" r:id="rId20"/>
    <p:sldId id="278" r:id="rId21"/>
    <p:sldId id="279" r:id="rId22"/>
    <p:sldId id="280" r:id="rId23"/>
    <p:sldId id="281" r:id="rId24"/>
    <p:sldId id="269" r:id="rId25"/>
    <p:sldId id="268" r:id="rId26"/>
    <p:sldId id="270" r:id="rId27"/>
    <p:sldId id="271" r:id="rId28"/>
    <p:sldId id="272" r:id="rId29"/>
    <p:sldId id="273" r:id="rId30"/>
    <p:sldId id="275" r:id="rId31"/>
    <p:sldId id="282" r:id="rId32"/>
    <p:sldId id="283" r:id="rId33"/>
    <p:sldId id="284" r:id="rId34"/>
    <p:sldId id="285" r:id="rId35"/>
    <p:sldId id="286" r:id="rId36"/>
    <p:sldId id="287" r:id="rId37"/>
    <p:sldId id="288" r:id="rId38"/>
    <p:sldId id="289"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p:scale>
          <a:sx n="109" d="100"/>
          <a:sy n="109" d="100"/>
        </p:scale>
        <p:origin x="78" y="1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del">
        <pc:chgData name="אריאל גזית" userId="ab0a39ea-8878-4fcc-a857-5afbe9cb9050" providerId="ADAL" clId="{8AF1E48A-3E39-4A45-9543-E35A5CD44E8F}" dt="2026-08-18T12:01:08.494" v="44" actId="2696"/>
        <pc:sldMkLst>
          <pc:docMk/>
          <pc:sldMk cId="0" sldId="274"/>
        </pc:sldMkLst>
      </pc:sldChg>
      <pc:sldChg chg="add setBg">
        <pc:chgData name="אריאל גזית" userId="ab0a39ea-8878-4fcc-a857-5afbe9cb9050" providerId="ADAL" clId="{8AF1E48A-3E39-4A45-9543-E35A5CD44E8F}" dt="2026-08-18T12:01:17.163" v="45"/>
        <pc:sldMkLst>
          <pc:docMk/>
          <pc:sldMk cId="4164748938" sldId="274"/>
        </pc:sldMkLst>
      </pc:sldChg>
      <pc:sldChg chg="del">
        <pc:chgData name="אריאל גזית" userId="ab0a39ea-8878-4fcc-a857-5afbe9cb9050" providerId="ADAL" clId="{8AF1E48A-3E39-4A45-9543-E35A5CD44E8F}" dt="2026-08-18T12:01:08.494" v="44" actId="2696"/>
        <pc:sldMkLst>
          <pc:docMk/>
          <pc:sldMk cId="0" sldId="276"/>
        </pc:sldMkLst>
      </pc:sldChg>
      <pc:sldChg chg="add setBg">
        <pc:chgData name="אריאל גזית" userId="ab0a39ea-8878-4fcc-a857-5afbe9cb9050" providerId="ADAL" clId="{8AF1E48A-3E39-4A45-9543-E35A5CD44E8F}" dt="2026-08-18T12:01:17.163" v="45"/>
        <pc:sldMkLst>
          <pc:docMk/>
          <pc:sldMk cId="3730409472" sldId="276"/>
        </pc:sldMkLst>
      </pc:sldChg>
      <pc:sldChg chg="del">
        <pc:chgData name="אריאל גזית" userId="ab0a39ea-8878-4fcc-a857-5afbe9cb9050" providerId="ADAL" clId="{8AF1E48A-3E39-4A45-9543-E35A5CD44E8F}" dt="2026-08-18T12:01:08.494" v="44" actId="2696"/>
        <pc:sldMkLst>
          <pc:docMk/>
          <pc:sldMk cId="0" sldId="277"/>
        </pc:sldMkLst>
      </pc:sldChg>
      <pc:sldChg chg="add setBg">
        <pc:chgData name="אריאל גזית" userId="ab0a39ea-8878-4fcc-a857-5afbe9cb9050" providerId="ADAL" clId="{8AF1E48A-3E39-4A45-9543-E35A5CD44E8F}" dt="2026-08-18T12:01:17.163" v="45"/>
        <pc:sldMkLst>
          <pc:docMk/>
          <pc:sldMk cId="638208443" sldId="277"/>
        </pc:sldMkLst>
      </pc:sldChg>
      <pc:sldChg chg="del">
        <pc:chgData name="אריאל גזית" userId="ab0a39ea-8878-4fcc-a857-5afbe9cb9050" providerId="ADAL" clId="{8AF1E48A-3E39-4A45-9543-E35A5CD44E8F}" dt="2026-08-18T12:01:08.494" v="44" actId="2696"/>
        <pc:sldMkLst>
          <pc:docMk/>
          <pc:sldMk cId="0" sldId="278"/>
        </pc:sldMkLst>
      </pc:sldChg>
      <pc:sldChg chg="add setBg">
        <pc:chgData name="אריאל גזית" userId="ab0a39ea-8878-4fcc-a857-5afbe9cb9050" providerId="ADAL" clId="{8AF1E48A-3E39-4A45-9543-E35A5CD44E8F}" dt="2026-08-18T12:01:17.163" v="45"/>
        <pc:sldMkLst>
          <pc:docMk/>
          <pc:sldMk cId="1326744587" sldId="278"/>
        </pc:sldMkLst>
      </pc:sldChg>
      <pc:sldChg chg="del">
        <pc:chgData name="אריאל גזית" userId="ab0a39ea-8878-4fcc-a857-5afbe9cb9050" providerId="ADAL" clId="{8AF1E48A-3E39-4A45-9543-E35A5CD44E8F}" dt="2026-08-18T12:01:08.494" v="44" actId="2696"/>
        <pc:sldMkLst>
          <pc:docMk/>
          <pc:sldMk cId="0" sldId="279"/>
        </pc:sldMkLst>
      </pc:sldChg>
      <pc:sldChg chg="add setBg">
        <pc:chgData name="אריאל גזית" userId="ab0a39ea-8878-4fcc-a857-5afbe9cb9050" providerId="ADAL" clId="{8AF1E48A-3E39-4A45-9543-E35A5CD44E8F}" dt="2026-08-18T12:01:17.163" v="45"/>
        <pc:sldMkLst>
          <pc:docMk/>
          <pc:sldMk cId="4120224329" sldId="279"/>
        </pc:sldMkLst>
      </pc:sldChg>
      <pc:sldChg chg="del">
        <pc:chgData name="אריאל גזית" userId="ab0a39ea-8878-4fcc-a857-5afbe9cb9050" providerId="ADAL" clId="{8AF1E48A-3E39-4A45-9543-E35A5CD44E8F}" dt="2026-08-18T12:01:08.494" v="44" actId="2696"/>
        <pc:sldMkLst>
          <pc:docMk/>
          <pc:sldMk cId="0" sldId="280"/>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0" sldId="281"/>
        </pc:sldMkLst>
      </pc:sldChg>
      <pc:sldChg chg="add setBg">
        <pc:chgData name="אריאל גזית" userId="ab0a39ea-8878-4fcc-a857-5afbe9cb9050" providerId="ADAL" clId="{8AF1E48A-3E39-4A45-9543-E35A5CD44E8F}" dt="2026-08-18T12:01:17.163" v="45"/>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5764</c:v>
                </c:pt>
                <c:pt idx="1">
                  <c:v>6875</c:v>
                </c:pt>
                <c:pt idx="2">
                  <c:v>7840</c:v>
                </c:pt>
                <c:pt idx="3">
                  <c:v>10544</c:v>
                </c:pt>
                <c:pt idx="4">
                  <c:v>14913</c:v>
                </c:pt>
                <c:pt idx="5">
                  <c:v>21609</c:v>
                </c:pt>
                <c:pt idx="6">
                  <c:v>19613</c:v>
                </c:pt>
              </c:numCache>
            </c:numRef>
          </c:val>
          <c:extLst>
            <c:ext xmlns:c16="http://schemas.microsoft.com/office/drawing/2014/chart" uri="{C3380CC4-5D6E-409C-BE32-E72D297353CC}">
              <c16:uniqueId val="{00000000-69C0-45D4-B7CB-DFBFEEBC6AD4}"/>
            </c:ext>
          </c:extLst>
        </c:ser>
        <c:ser>
          <c:idx val="1"/>
          <c:order val="1"/>
          <c:tx>
            <c:strRef>
              <c:f>Sheet1!$C$1</c:f>
              <c:strCache>
                <c:ptCount val="1"/>
                <c:pt idx="0">
                  <c:v>GitHub Copilot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2779</c:v>
                </c:pt>
                <c:pt idx="1">
                  <c:v>3618</c:v>
                </c:pt>
                <c:pt idx="2">
                  <c:v>4319</c:v>
                </c:pt>
                <c:pt idx="3">
                  <c:v>4080</c:v>
                </c:pt>
                <c:pt idx="4">
                  <c:v>6467</c:v>
                </c:pt>
                <c:pt idx="5">
                  <c:v>16654</c:v>
                </c:pt>
                <c:pt idx="6">
                  <c:v>19260</c:v>
                </c:pt>
              </c:numCache>
            </c:numRef>
          </c:val>
          <c:extLst>
            <c:ext xmlns:c16="http://schemas.microsoft.com/office/drawing/2014/chart" uri="{C3380CC4-5D6E-409C-BE32-E72D297353CC}">
              <c16:uniqueId val="{00000001-69C0-45D4-B7CB-DFBFEEBC6AD4}"/>
            </c:ext>
          </c:extLst>
        </c:ser>
        <c:ser>
          <c:idx val="2"/>
          <c:order val="2"/>
          <c:tx>
            <c:strRef>
              <c:f>Sheet1!$D$1</c:f>
              <c:strCache>
                <c:ptCount val="1"/>
                <c:pt idx="0">
                  <c:v>AWS Bedrock (Claude)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841</c:v>
                </c:pt>
                <c:pt idx="3">
                  <c:v>1609</c:v>
                </c:pt>
                <c:pt idx="4">
                  <c:v>3811</c:v>
                </c:pt>
                <c:pt idx="5">
                  <c:v>10507</c:v>
                </c:pt>
                <c:pt idx="6">
                  <c:v>25288</c:v>
                </c:pt>
              </c:numCache>
            </c:numRef>
          </c:val>
          <c:extLst>
            <c:ext xmlns:c16="http://schemas.microsoft.com/office/drawing/2014/chart" uri="{C3380CC4-5D6E-409C-BE32-E72D297353CC}">
              <c16:uniqueId val="{00000002-69C0-45D4-B7CB-DFBFEEBC6AD4}"/>
            </c:ext>
          </c:extLst>
        </c:ser>
        <c:ser>
          <c:idx val="3"/>
          <c:order val="3"/>
          <c:tx>
            <c:strRef>
              <c:f>Sheet1!$E$1</c:f>
              <c:strCache>
                <c:ptCount val="1"/>
                <c:pt idx="0">
                  <c:v>Cowork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97</c:v>
                </c:pt>
                <c:pt idx="1">
                  <c:v>100</c:v>
                </c:pt>
                <c:pt idx="2">
                  <c:v>117</c:v>
                </c:pt>
                <c:pt idx="3">
                  <c:v>130</c:v>
                </c:pt>
                <c:pt idx="4">
                  <c:v>80</c:v>
                </c:pt>
                <c:pt idx="5">
                  <c:v>0</c:v>
                </c:pt>
                <c:pt idx="6">
                  <c:v>8920</c:v>
                </c:pt>
              </c:numCache>
            </c:numRef>
          </c:val>
          <c:extLst>
            <c:ext xmlns:c16="http://schemas.microsoft.com/office/drawing/2014/chart" uri="{C3380CC4-5D6E-409C-BE32-E72D297353CC}">
              <c16:uniqueId val="{00000003-69C0-45D4-B7CB-DFBFEEBC6AD4}"/>
            </c:ext>
          </c:extLst>
        </c:ser>
        <c:ser>
          <c:idx val="4"/>
          <c:order val="4"/>
          <c:tx>
            <c:strRef>
              <c:f>Sheet1!$F$1</c:f>
              <c:strCache>
                <c:ptCount val="1"/>
                <c:pt idx="0">
                  <c:v>Google Vertex AI</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379</c:v>
                </c:pt>
                <c:pt idx="5">
                  <c:v>958</c:v>
                </c:pt>
                <c:pt idx="6">
                  <c:v>2359</c:v>
                </c:pt>
              </c:numCache>
            </c:numRef>
          </c:val>
          <c:extLst>
            <c:ext xmlns:c16="http://schemas.microsoft.com/office/drawing/2014/chart" uri="{C3380CC4-5D6E-409C-BE32-E72D297353CC}">
              <c16:uniqueId val="{00000004-69C0-45D4-B7CB-DFBFEEBC6AD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AIFactory tag is $63,609 over May-July.
  Infrastructure  $41,236  64.8%
  AI meters       $22,373  35.2%
The headline: API Management is the single largest line at $17,311,
ahead of Foundry Models. The gateway costs more than the models behind it.
Watch for the trap in the name: the two subscriptions literally called
"AI Factory" total $4,279. The tag is what matters, not the subscription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The two figures underneath are from this report, not illustrative:
  23.4%   of the July bill carries no project tag
  $8,920 Cowork, from $0 the month before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7.xml"/></Relationships>
</file>

<file path=ppt/slides/_rels/slide37.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3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chart" Target="../charts/chart2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indent="0" marL="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algn="ctr" indent="0" marL="0">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algn="ctr" indent="0" marL="0">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indent="0" marL="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algn="ctr" indent="0" marL="0">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algn="ctr" indent="0" marL="0">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indent="0" marL="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algn="ctr" indent="0" marL="0">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Inside AIFactory: infrastructure vs. AI</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meter-level detail.</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 Management alone is $17,311, or 27.2% of the tag, more than the models it fronts. Inference has to run somewhere, so this is not automatically wrong; it is the part of the AI bill that right-sizing can actually move, and nobody is looking at it. The subscriptions actually named "AI Factory" total just $4,279. The tag is what counts here, not the subscription name.</a:t>
            </a:r>
            <a:endParaRPr lang="en-US" sz="1200" dirty="0"/>
          </a:p>
        </p:txBody>
      </p:sp>
      <p:sp>
        <p:nvSpPr>
          <p:cNvPr id="8" name="Text 6"/>
          <p:cNvSpPr/>
          <p:nvPr/>
        </p:nvSpPr>
        <p:spPr>
          <a:xfrm>
            <a:off x="457200" y="1234440"/>
            <a:ext cx="7543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meter billed under the tag</a:t>
            </a:r>
            <a:endParaRPr lang="en-US" sz="1500" dirty="0"/>
          </a:p>
        </p:txBody>
      </p:sp>
      <p:sp>
        <p:nvSpPr>
          <p:cNvPr id="9" name="Text 7"/>
          <p:cNvSpPr/>
          <p:nvPr/>
        </p:nvSpPr>
        <p:spPr>
          <a:xfrm>
            <a:off x="457200" y="1508760"/>
            <a:ext cx="75438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month-by-month split and each meter's share of the tag</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543800" cy="914400"/>
        </p:xfrm>
        <a:graphic>
          <a:graphicData uri="http://schemas.openxmlformats.org/drawingml/2006/table">
            <a:tbl>
              <a:tblPr/>
              <a:tblGrid>
                <a:gridCol w="2514600"/>
                <a:gridCol w="685800"/>
                <a:gridCol w="868680"/>
                <a:gridCol w="868680"/>
                <a:gridCol w="868680"/>
                <a:gridCol w="960120"/>
                <a:gridCol w="7772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Meter category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Kind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May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3-month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API Management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$5,514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$6,103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$17,311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$9,683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Machines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Cognitive 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$1,582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Microsoft Defender for 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Database for PostgreSQL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$2,961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Network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Redis Cache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10 smaller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Infrastructure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$11,212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$14,599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$41,236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$2,444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$11,745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$8,184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$22,373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2F8CFF"/>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366760" y="1234440"/>
            <a:ext cx="33677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567928" y="1325880"/>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AI METERS</a:t>
            </a:r>
            <a:endParaRPr lang="en-US" sz="1200" dirty="0"/>
          </a:p>
        </p:txBody>
      </p:sp>
      <p:sp>
        <p:nvSpPr>
          <p:cNvPr id="13" name="Text 10"/>
          <p:cNvSpPr/>
          <p:nvPr/>
        </p:nvSpPr>
        <p:spPr>
          <a:xfrm>
            <a:off x="8567928" y="1527048"/>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64.8%</a:t>
            </a:r>
            <a:endParaRPr lang="en-US" sz="2800" dirty="0"/>
          </a:p>
        </p:txBody>
      </p:sp>
      <p:sp>
        <p:nvSpPr>
          <p:cNvPr id="14" name="Text 11"/>
          <p:cNvSpPr/>
          <p:nvPr/>
        </p:nvSpPr>
        <p:spPr>
          <a:xfrm>
            <a:off x="8567928" y="1929384"/>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AIFactory tag is infrastructure</a:t>
            </a:r>
            <a:endParaRPr lang="en-US" sz="1200" dirty="0"/>
          </a:p>
        </p:txBody>
      </p:sp>
      <p:sp>
        <p:nvSpPr>
          <p:cNvPr id="15" name="Shape 12"/>
          <p:cNvSpPr/>
          <p:nvPr/>
        </p:nvSpPr>
        <p:spPr>
          <a:xfrm>
            <a:off x="8366760" y="2459736"/>
            <a:ext cx="33677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567928" y="2551176"/>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17" name="Text 14"/>
          <p:cNvSpPr/>
          <p:nvPr/>
        </p:nvSpPr>
        <p:spPr>
          <a:xfrm>
            <a:off x="8567928" y="2752344"/>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18" name="Text 15"/>
          <p:cNvSpPr/>
          <p:nvPr/>
        </p:nvSpPr>
        <p:spPr>
          <a:xfrm>
            <a:off x="8567928" y="3154680"/>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the models it fronts</a:t>
            </a:r>
            <a:endParaRPr lang="en-US" sz="1200" dirty="0"/>
          </a:p>
        </p:txBody>
      </p:sp>
      <p:sp>
        <p:nvSpPr>
          <p:cNvPr id="19" name="Shape 16"/>
          <p:cNvSpPr/>
          <p:nvPr/>
        </p:nvSpPr>
        <p:spPr>
          <a:xfrm>
            <a:off x="8366760" y="3685032"/>
            <a:ext cx="33677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567928" y="3776472"/>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METERS</a:t>
            </a:r>
            <a:endParaRPr lang="en-US" sz="1200" dirty="0"/>
          </a:p>
        </p:txBody>
      </p:sp>
      <p:sp>
        <p:nvSpPr>
          <p:cNvPr id="21" name="Text 18"/>
          <p:cNvSpPr/>
          <p:nvPr/>
        </p:nvSpPr>
        <p:spPr>
          <a:xfrm>
            <a:off x="8567928" y="3977640"/>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$22,373</a:t>
            </a:r>
            <a:endParaRPr lang="en-US" sz="2800" dirty="0"/>
          </a:p>
        </p:txBody>
      </p:sp>
      <p:sp>
        <p:nvSpPr>
          <p:cNvPr id="22" name="Text 19"/>
          <p:cNvSpPr/>
          <p:nvPr/>
        </p:nvSpPr>
        <p:spPr>
          <a:xfrm>
            <a:off x="8567928" y="4379976"/>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35.2% of the tag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1927098"/>
            <a:ext cx="1005840" cy="3658"/>
          </a:xfrm>
          <a:prstGeom prst="line">
            <a:avLst/>
          </a:prstGeom>
          <a:noFill/>
          <a:ln w="9525">
            <a:solidFill>
              <a:srgbClr val="FF6B7A">
                <a:alpha val="42000"/>
              </a:srgbClr>
            </a:solidFill>
            <a:prstDash val="solid"/>
          </a:ln>
        </p:spPr>
      </p:sp>
      <p:sp>
        <p:nvSpPr>
          <p:cNvPr id="8" name="Shape 6"/>
          <p:cNvSpPr/>
          <p:nvPr/>
        </p:nvSpPr>
        <p:spPr>
          <a:xfrm>
            <a:off x="3200400" y="1927098"/>
            <a:ext cx="1005840" cy="558698"/>
          </a:xfrm>
          <a:prstGeom prst="line">
            <a:avLst/>
          </a:prstGeom>
          <a:noFill/>
          <a:ln w="9525">
            <a:solidFill>
              <a:srgbClr val="FF6B7A">
                <a:alpha val="42000"/>
              </a:srgbClr>
            </a:solidFill>
            <a:prstDash val="solid"/>
          </a:ln>
        </p:spPr>
      </p:sp>
      <p:sp>
        <p:nvSpPr>
          <p:cNvPr id="9" name="Shape 7"/>
          <p:cNvSpPr/>
          <p:nvPr/>
        </p:nvSpPr>
        <p:spPr>
          <a:xfrm>
            <a:off x="3200400" y="1927098"/>
            <a:ext cx="1005840" cy="1117397"/>
          </a:xfrm>
          <a:prstGeom prst="line">
            <a:avLst/>
          </a:prstGeom>
          <a:noFill/>
          <a:ln w="9525">
            <a:solidFill>
              <a:srgbClr val="FF6B7A">
                <a:alpha val="42000"/>
              </a:srgbClr>
            </a:solidFill>
            <a:prstDash val="solid"/>
          </a:ln>
        </p:spPr>
      </p:sp>
      <p:sp>
        <p:nvSpPr>
          <p:cNvPr id="10" name="Shape 8"/>
          <p:cNvSpPr/>
          <p:nvPr/>
        </p:nvSpPr>
        <p:spPr>
          <a:xfrm>
            <a:off x="3200400" y="1927098"/>
            <a:ext cx="1005840" cy="1676095"/>
          </a:xfrm>
          <a:prstGeom prst="line">
            <a:avLst/>
          </a:prstGeom>
          <a:noFill/>
          <a:ln w="9525">
            <a:solidFill>
              <a:srgbClr val="FF6B7A">
                <a:alpha val="42000"/>
              </a:srgbClr>
            </a:solidFill>
            <a:prstDash val="solid"/>
          </a:ln>
        </p:spPr>
      </p:sp>
      <p:sp>
        <p:nvSpPr>
          <p:cNvPr id="11" name="Shape 9"/>
          <p:cNvSpPr/>
          <p:nvPr/>
        </p:nvSpPr>
        <p:spPr>
          <a:xfrm>
            <a:off x="3200400" y="1927098"/>
            <a:ext cx="1005840" cy="2234794"/>
          </a:xfrm>
          <a:prstGeom prst="line">
            <a:avLst/>
          </a:prstGeom>
          <a:noFill/>
          <a:ln w="9525">
            <a:solidFill>
              <a:srgbClr val="FF6B7A">
                <a:alpha val="42000"/>
              </a:srgbClr>
            </a:solidFill>
            <a:prstDash val="solid"/>
          </a:ln>
        </p:spPr>
      </p:sp>
      <p:sp>
        <p:nvSpPr>
          <p:cNvPr id="12" name="Shape 10"/>
          <p:cNvSpPr/>
          <p:nvPr/>
        </p:nvSpPr>
        <p:spPr>
          <a:xfrm>
            <a:off x="3200400" y="1927098"/>
            <a:ext cx="1005840" cy="2793492"/>
          </a:xfrm>
          <a:prstGeom prst="line">
            <a:avLst/>
          </a:prstGeom>
          <a:noFill/>
          <a:ln w="9525">
            <a:solidFill>
              <a:srgbClr val="FF6B7A">
                <a:alpha val="42000"/>
              </a:srgbClr>
            </a:solidFill>
            <a:prstDash val="solid"/>
          </a:ln>
        </p:spPr>
      </p:sp>
      <p:sp>
        <p:nvSpPr>
          <p:cNvPr id="13" name="Shape 11"/>
          <p:cNvSpPr/>
          <p:nvPr/>
        </p:nvSpPr>
        <p:spPr>
          <a:xfrm flipV="1">
            <a:off x="3200400" y="1927098"/>
            <a:ext cx="1005840" cy="558698"/>
          </a:xfrm>
          <a:prstGeom prst="line">
            <a:avLst/>
          </a:prstGeom>
          <a:noFill/>
          <a:ln w="9525">
            <a:solidFill>
              <a:srgbClr val="FF6B7A">
                <a:alpha val="42000"/>
              </a:srgbClr>
            </a:solidFill>
            <a:prstDash val="solid"/>
          </a:ln>
        </p:spPr>
      </p:sp>
      <p:sp>
        <p:nvSpPr>
          <p:cNvPr id="14" name="Shape 12"/>
          <p:cNvSpPr/>
          <p:nvPr/>
        </p:nvSpPr>
        <p:spPr>
          <a:xfrm>
            <a:off x="3200400" y="2485796"/>
            <a:ext cx="1005840" cy="3658"/>
          </a:xfrm>
          <a:prstGeom prst="line">
            <a:avLst/>
          </a:prstGeom>
          <a:noFill/>
          <a:ln w="9525">
            <a:solidFill>
              <a:srgbClr val="FF6B7A">
                <a:alpha val="42000"/>
              </a:srgbClr>
            </a:solidFill>
            <a:prstDash val="solid"/>
          </a:ln>
        </p:spPr>
      </p:sp>
      <p:sp>
        <p:nvSpPr>
          <p:cNvPr id="15" name="Shape 13"/>
          <p:cNvSpPr/>
          <p:nvPr/>
        </p:nvSpPr>
        <p:spPr>
          <a:xfrm>
            <a:off x="3200400" y="2485796"/>
            <a:ext cx="1005840" cy="558698"/>
          </a:xfrm>
          <a:prstGeom prst="line">
            <a:avLst/>
          </a:prstGeom>
          <a:noFill/>
          <a:ln w="9525">
            <a:solidFill>
              <a:srgbClr val="FF6B7A">
                <a:alpha val="42000"/>
              </a:srgbClr>
            </a:solidFill>
            <a:prstDash val="solid"/>
          </a:ln>
        </p:spPr>
      </p:sp>
      <p:sp>
        <p:nvSpPr>
          <p:cNvPr id="16" name="Shape 14"/>
          <p:cNvSpPr/>
          <p:nvPr/>
        </p:nvSpPr>
        <p:spPr>
          <a:xfrm>
            <a:off x="3200400" y="2485796"/>
            <a:ext cx="1005840" cy="1117397"/>
          </a:xfrm>
          <a:prstGeom prst="line">
            <a:avLst/>
          </a:prstGeom>
          <a:noFill/>
          <a:ln w="9525">
            <a:solidFill>
              <a:srgbClr val="FF6B7A">
                <a:alpha val="42000"/>
              </a:srgbClr>
            </a:solidFill>
            <a:prstDash val="solid"/>
          </a:ln>
        </p:spPr>
      </p:sp>
      <p:sp>
        <p:nvSpPr>
          <p:cNvPr id="17" name="Shape 15"/>
          <p:cNvSpPr/>
          <p:nvPr/>
        </p:nvSpPr>
        <p:spPr>
          <a:xfrm>
            <a:off x="3200400" y="2485796"/>
            <a:ext cx="1005840" cy="1676095"/>
          </a:xfrm>
          <a:prstGeom prst="line">
            <a:avLst/>
          </a:prstGeom>
          <a:noFill/>
          <a:ln w="9525">
            <a:solidFill>
              <a:srgbClr val="FF6B7A">
                <a:alpha val="42000"/>
              </a:srgbClr>
            </a:solidFill>
            <a:prstDash val="solid"/>
          </a:ln>
        </p:spPr>
      </p:sp>
      <p:sp>
        <p:nvSpPr>
          <p:cNvPr id="18" name="Shape 16"/>
          <p:cNvSpPr/>
          <p:nvPr/>
        </p:nvSpPr>
        <p:spPr>
          <a:xfrm>
            <a:off x="3200400" y="2485796"/>
            <a:ext cx="1005840" cy="2234794"/>
          </a:xfrm>
          <a:prstGeom prst="line">
            <a:avLst/>
          </a:prstGeom>
          <a:noFill/>
          <a:ln w="9525">
            <a:solidFill>
              <a:srgbClr val="FF6B7A">
                <a:alpha val="42000"/>
              </a:srgbClr>
            </a:solidFill>
            <a:prstDash val="solid"/>
          </a:ln>
        </p:spPr>
      </p:sp>
      <p:sp>
        <p:nvSpPr>
          <p:cNvPr id="19" name="Shape 17"/>
          <p:cNvSpPr/>
          <p:nvPr/>
        </p:nvSpPr>
        <p:spPr>
          <a:xfrm flipV="1">
            <a:off x="3200400" y="1927098"/>
            <a:ext cx="1005840" cy="1117397"/>
          </a:xfrm>
          <a:prstGeom prst="line">
            <a:avLst/>
          </a:prstGeom>
          <a:noFill/>
          <a:ln w="9525">
            <a:solidFill>
              <a:srgbClr val="FF6B7A">
                <a:alpha val="42000"/>
              </a:srgbClr>
            </a:solidFill>
            <a:prstDash val="solid"/>
          </a:ln>
        </p:spPr>
      </p:sp>
      <p:sp>
        <p:nvSpPr>
          <p:cNvPr id="20" name="Shape 18"/>
          <p:cNvSpPr/>
          <p:nvPr/>
        </p:nvSpPr>
        <p:spPr>
          <a:xfrm flipV="1">
            <a:off x="3200400" y="2485796"/>
            <a:ext cx="1005840" cy="558698"/>
          </a:xfrm>
          <a:prstGeom prst="line">
            <a:avLst/>
          </a:prstGeom>
          <a:noFill/>
          <a:ln w="9525">
            <a:solidFill>
              <a:srgbClr val="FF6B7A">
                <a:alpha val="42000"/>
              </a:srgbClr>
            </a:solidFill>
            <a:prstDash val="solid"/>
          </a:ln>
        </p:spPr>
      </p:sp>
      <p:sp>
        <p:nvSpPr>
          <p:cNvPr id="21" name="Shape 19"/>
          <p:cNvSpPr/>
          <p:nvPr/>
        </p:nvSpPr>
        <p:spPr>
          <a:xfrm>
            <a:off x="3200400" y="3044495"/>
            <a:ext cx="1005840" cy="3658"/>
          </a:xfrm>
          <a:prstGeom prst="line">
            <a:avLst/>
          </a:prstGeom>
          <a:noFill/>
          <a:ln w="9525">
            <a:solidFill>
              <a:srgbClr val="FF6B7A">
                <a:alpha val="42000"/>
              </a:srgbClr>
            </a:solidFill>
            <a:prstDash val="solid"/>
          </a:ln>
        </p:spPr>
      </p:sp>
      <p:sp>
        <p:nvSpPr>
          <p:cNvPr id="22" name="Shape 20"/>
          <p:cNvSpPr/>
          <p:nvPr/>
        </p:nvSpPr>
        <p:spPr>
          <a:xfrm>
            <a:off x="3200400" y="3044495"/>
            <a:ext cx="1005840" cy="558698"/>
          </a:xfrm>
          <a:prstGeom prst="line">
            <a:avLst/>
          </a:prstGeom>
          <a:noFill/>
          <a:ln w="9525">
            <a:solidFill>
              <a:srgbClr val="FF6B7A">
                <a:alpha val="42000"/>
              </a:srgbClr>
            </a:solidFill>
            <a:prstDash val="solid"/>
          </a:ln>
        </p:spPr>
      </p:sp>
      <p:sp>
        <p:nvSpPr>
          <p:cNvPr id="23" name="Shape 21"/>
          <p:cNvSpPr/>
          <p:nvPr/>
        </p:nvSpPr>
        <p:spPr>
          <a:xfrm>
            <a:off x="3200400" y="3044495"/>
            <a:ext cx="1005840" cy="1117397"/>
          </a:xfrm>
          <a:prstGeom prst="line">
            <a:avLst/>
          </a:prstGeom>
          <a:noFill/>
          <a:ln w="9525">
            <a:solidFill>
              <a:srgbClr val="FF6B7A">
                <a:alpha val="42000"/>
              </a:srgbClr>
            </a:solidFill>
            <a:prstDash val="solid"/>
          </a:ln>
        </p:spPr>
      </p:sp>
      <p:sp>
        <p:nvSpPr>
          <p:cNvPr id="24" name="Shape 22"/>
          <p:cNvSpPr/>
          <p:nvPr/>
        </p:nvSpPr>
        <p:spPr>
          <a:xfrm>
            <a:off x="3200400" y="3044495"/>
            <a:ext cx="1005840" cy="1676095"/>
          </a:xfrm>
          <a:prstGeom prst="line">
            <a:avLst/>
          </a:prstGeom>
          <a:noFill/>
          <a:ln w="9525">
            <a:solidFill>
              <a:srgbClr val="FF6B7A">
                <a:alpha val="42000"/>
              </a:srgbClr>
            </a:solidFill>
            <a:prstDash val="solid"/>
          </a:ln>
        </p:spPr>
      </p:sp>
      <p:sp>
        <p:nvSpPr>
          <p:cNvPr id="25" name="Shape 23"/>
          <p:cNvSpPr/>
          <p:nvPr/>
        </p:nvSpPr>
        <p:spPr>
          <a:xfrm flipV="1">
            <a:off x="3200400" y="1927098"/>
            <a:ext cx="1005840" cy="1676095"/>
          </a:xfrm>
          <a:prstGeom prst="line">
            <a:avLst/>
          </a:prstGeom>
          <a:noFill/>
          <a:ln w="9525">
            <a:solidFill>
              <a:srgbClr val="FF6B7A">
                <a:alpha val="42000"/>
              </a:srgbClr>
            </a:solidFill>
            <a:prstDash val="solid"/>
          </a:ln>
        </p:spPr>
      </p:sp>
      <p:sp>
        <p:nvSpPr>
          <p:cNvPr id="26" name="Shape 24"/>
          <p:cNvSpPr/>
          <p:nvPr/>
        </p:nvSpPr>
        <p:spPr>
          <a:xfrm flipV="1">
            <a:off x="3200400" y="2485796"/>
            <a:ext cx="1005840" cy="1117397"/>
          </a:xfrm>
          <a:prstGeom prst="line">
            <a:avLst/>
          </a:prstGeom>
          <a:noFill/>
          <a:ln w="9525">
            <a:solidFill>
              <a:srgbClr val="FF6B7A">
                <a:alpha val="42000"/>
              </a:srgbClr>
            </a:solidFill>
            <a:prstDash val="solid"/>
          </a:ln>
        </p:spPr>
      </p:sp>
      <p:sp>
        <p:nvSpPr>
          <p:cNvPr id="27" name="Shape 25"/>
          <p:cNvSpPr/>
          <p:nvPr/>
        </p:nvSpPr>
        <p:spPr>
          <a:xfrm flipV="1">
            <a:off x="3200400" y="3044495"/>
            <a:ext cx="1005840" cy="558698"/>
          </a:xfrm>
          <a:prstGeom prst="line">
            <a:avLst/>
          </a:prstGeom>
          <a:noFill/>
          <a:ln w="9525">
            <a:solidFill>
              <a:srgbClr val="FF6B7A">
                <a:alpha val="42000"/>
              </a:srgbClr>
            </a:solidFill>
            <a:prstDash val="solid"/>
          </a:ln>
        </p:spPr>
      </p:sp>
      <p:sp>
        <p:nvSpPr>
          <p:cNvPr id="28" name="Shape 26"/>
          <p:cNvSpPr/>
          <p:nvPr/>
        </p:nvSpPr>
        <p:spPr>
          <a:xfrm>
            <a:off x="3200400" y="3603193"/>
            <a:ext cx="1005840" cy="3658"/>
          </a:xfrm>
          <a:prstGeom prst="line">
            <a:avLst/>
          </a:prstGeom>
          <a:noFill/>
          <a:ln w="9525">
            <a:solidFill>
              <a:srgbClr val="FF6B7A">
                <a:alpha val="42000"/>
              </a:srgbClr>
            </a:solidFill>
            <a:prstDash val="solid"/>
          </a:ln>
        </p:spPr>
      </p:sp>
      <p:sp>
        <p:nvSpPr>
          <p:cNvPr id="29" name="Shape 27"/>
          <p:cNvSpPr/>
          <p:nvPr/>
        </p:nvSpPr>
        <p:spPr>
          <a:xfrm>
            <a:off x="3200400" y="3603193"/>
            <a:ext cx="1005840" cy="558698"/>
          </a:xfrm>
          <a:prstGeom prst="line">
            <a:avLst/>
          </a:prstGeom>
          <a:noFill/>
          <a:ln w="9525">
            <a:solidFill>
              <a:srgbClr val="FF6B7A">
                <a:alpha val="42000"/>
              </a:srgbClr>
            </a:solidFill>
            <a:prstDash val="solid"/>
          </a:ln>
        </p:spPr>
      </p:sp>
      <p:sp>
        <p:nvSpPr>
          <p:cNvPr id="30" name="Shape 28"/>
          <p:cNvSpPr/>
          <p:nvPr/>
        </p:nvSpPr>
        <p:spPr>
          <a:xfrm>
            <a:off x="3200400" y="3603193"/>
            <a:ext cx="1005840" cy="1117397"/>
          </a:xfrm>
          <a:prstGeom prst="line">
            <a:avLst/>
          </a:prstGeom>
          <a:noFill/>
          <a:ln w="9525">
            <a:solidFill>
              <a:srgbClr val="FF6B7A">
                <a:alpha val="42000"/>
              </a:srgbClr>
            </a:solidFill>
            <a:prstDash val="solid"/>
          </a:ln>
        </p:spPr>
      </p:sp>
      <p:sp>
        <p:nvSpPr>
          <p:cNvPr id="31" name="Shape 29"/>
          <p:cNvSpPr/>
          <p:nvPr/>
        </p:nvSpPr>
        <p:spPr>
          <a:xfrm flipV="1">
            <a:off x="3200400" y="1927098"/>
            <a:ext cx="1005840" cy="2234794"/>
          </a:xfrm>
          <a:prstGeom prst="line">
            <a:avLst/>
          </a:prstGeom>
          <a:noFill/>
          <a:ln w="9525">
            <a:solidFill>
              <a:srgbClr val="FF6B7A">
                <a:alpha val="42000"/>
              </a:srgbClr>
            </a:solidFill>
            <a:prstDash val="solid"/>
          </a:ln>
        </p:spPr>
      </p:sp>
      <p:sp>
        <p:nvSpPr>
          <p:cNvPr id="32" name="Shape 30"/>
          <p:cNvSpPr/>
          <p:nvPr/>
        </p:nvSpPr>
        <p:spPr>
          <a:xfrm flipV="1">
            <a:off x="3200400" y="2485796"/>
            <a:ext cx="1005840" cy="1676095"/>
          </a:xfrm>
          <a:prstGeom prst="line">
            <a:avLst/>
          </a:prstGeom>
          <a:noFill/>
          <a:ln w="9525">
            <a:solidFill>
              <a:srgbClr val="FF6B7A">
                <a:alpha val="42000"/>
              </a:srgbClr>
            </a:solidFill>
            <a:prstDash val="solid"/>
          </a:ln>
        </p:spPr>
      </p:sp>
      <p:sp>
        <p:nvSpPr>
          <p:cNvPr id="33" name="Shape 31"/>
          <p:cNvSpPr/>
          <p:nvPr/>
        </p:nvSpPr>
        <p:spPr>
          <a:xfrm flipV="1">
            <a:off x="3200400" y="3044495"/>
            <a:ext cx="1005840" cy="1117397"/>
          </a:xfrm>
          <a:prstGeom prst="line">
            <a:avLst/>
          </a:prstGeom>
          <a:noFill/>
          <a:ln w="9525">
            <a:solidFill>
              <a:srgbClr val="FF6B7A">
                <a:alpha val="42000"/>
              </a:srgbClr>
            </a:solidFill>
            <a:prstDash val="solid"/>
          </a:ln>
        </p:spPr>
      </p:sp>
      <p:sp>
        <p:nvSpPr>
          <p:cNvPr id="34" name="Shape 32"/>
          <p:cNvSpPr/>
          <p:nvPr/>
        </p:nvSpPr>
        <p:spPr>
          <a:xfrm flipV="1">
            <a:off x="3200400" y="3603193"/>
            <a:ext cx="1005840" cy="558698"/>
          </a:xfrm>
          <a:prstGeom prst="line">
            <a:avLst/>
          </a:prstGeom>
          <a:noFill/>
          <a:ln w="9525">
            <a:solidFill>
              <a:srgbClr val="FF6B7A">
                <a:alpha val="42000"/>
              </a:srgbClr>
            </a:solidFill>
            <a:prstDash val="solid"/>
          </a:ln>
        </p:spPr>
      </p:sp>
      <p:sp>
        <p:nvSpPr>
          <p:cNvPr id="35" name="Shape 33"/>
          <p:cNvSpPr/>
          <p:nvPr/>
        </p:nvSpPr>
        <p:spPr>
          <a:xfrm>
            <a:off x="3200400" y="4161892"/>
            <a:ext cx="1005840" cy="3658"/>
          </a:xfrm>
          <a:prstGeom prst="line">
            <a:avLst/>
          </a:prstGeom>
          <a:noFill/>
          <a:ln w="9525">
            <a:solidFill>
              <a:srgbClr val="FF6B7A">
                <a:alpha val="42000"/>
              </a:srgbClr>
            </a:solidFill>
            <a:prstDash val="solid"/>
          </a:ln>
        </p:spPr>
      </p:sp>
      <p:sp>
        <p:nvSpPr>
          <p:cNvPr id="36" name="Shape 34"/>
          <p:cNvSpPr/>
          <p:nvPr/>
        </p:nvSpPr>
        <p:spPr>
          <a:xfrm>
            <a:off x="3200400" y="4161892"/>
            <a:ext cx="1005840" cy="558698"/>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470916"/>
          </a:xfrm>
          <a:prstGeom prst="roundRect">
            <a:avLst>
              <a:gd name="adj" fmla="val 11650"/>
            </a:avLst>
          </a:prstGeom>
          <a:solidFill>
            <a:srgbClr val="121B2D"/>
          </a:solidFill>
          <a:ln w="12700">
            <a:solidFill>
              <a:srgbClr val="23304A"/>
            </a:solidFill>
            <a:prstDash val="solid"/>
          </a:ln>
        </p:spPr>
      </p:sp>
      <p:sp>
        <p:nvSpPr>
          <p:cNvPr id="39" name="Text 37"/>
          <p:cNvSpPr/>
          <p:nvPr/>
        </p:nvSpPr>
        <p:spPr>
          <a:xfrm>
            <a:off x="640080" y="1691640"/>
            <a:ext cx="2377440" cy="47091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250338"/>
            <a:ext cx="2743200" cy="470916"/>
          </a:xfrm>
          <a:prstGeom prst="roundRect">
            <a:avLst>
              <a:gd name="adj" fmla="val 11650"/>
            </a:avLst>
          </a:prstGeom>
          <a:solidFill>
            <a:srgbClr val="121B2D"/>
          </a:solidFill>
          <a:ln w="12700">
            <a:solidFill>
              <a:srgbClr val="23304A"/>
            </a:solidFill>
            <a:prstDash val="solid"/>
          </a:ln>
        </p:spPr>
      </p:sp>
      <p:sp>
        <p:nvSpPr>
          <p:cNvPr id="41" name="Text 39"/>
          <p:cNvSpPr/>
          <p:nvPr/>
        </p:nvSpPr>
        <p:spPr>
          <a:xfrm>
            <a:off x="640080" y="2250338"/>
            <a:ext cx="2377440" cy="47091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2809037"/>
            <a:ext cx="2743200" cy="470916"/>
          </a:xfrm>
          <a:prstGeom prst="roundRect">
            <a:avLst>
              <a:gd name="adj" fmla="val 11650"/>
            </a:avLst>
          </a:prstGeom>
          <a:solidFill>
            <a:srgbClr val="121B2D"/>
          </a:solidFill>
          <a:ln w="12700">
            <a:solidFill>
              <a:srgbClr val="23304A"/>
            </a:solidFill>
            <a:prstDash val="solid"/>
          </a:ln>
        </p:spPr>
      </p:sp>
      <p:sp>
        <p:nvSpPr>
          <p:cNvPr id="43" name="Text 41"/>
          <p:cNvSpPr/>
          <p:nvPr/>
        </p:nvSpPr>
        <p:spPr>
          <a:xfrm>
            <a:off x="640080" y="2809037"/>
            <a:ext cx="2377440" cy="47091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3367735"/>
            <a:ext cx="2743200" cy="470916"/>
          </a:xfrm>
          <a:prstGeom prst="roundRect">
            <a:avLst>
              <a:gd name="adj" fmla="val 11650"/>
            </a:avLst>
          </a:prstGeom>
          <a:solidFill>
            <a:srgbClr val="121B2D"/>
          </a:solidFill>
          <a:ln w="12700">
            <a:solidFill>
              <a:srgbClr val="23304A"/>
            </a:solidFill>
            <a:prstDash val="solid"/>
          </a:ln>
        </p:spPr>
      </p:sp>
      <p:sp>
        <p:nvSpPr>
          <p:cNvPr id="45" name="Text 43"/>
          <p:cNvSpPr/>
          <p:nvPr/>
        </p:nvSpPr>
        <p:spPr>
          <a:xfrm>
            <a:off x="640080" y="3367735"/>
            <a:ext cx="2377440" cy="47091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3926434"/>
            <a:ext cx="2743200" cy="470916"/>
          </a:xfrm>
          <a:prstGeom prst="roundRect">
            <a:avLst>
              <a:gd name="adj" fmla="val 11650"/>
            </a:avLst>
          </a:prstGeom>
          <a:solidFill>
            <a:srgbClr val="121B2D"/>
          </a:solidFill>
          <a:ln w="12700">
            <a:solidFill>
              <a:srgbClr val="23304A"/>
            </a:solidFill>
            <a:prstDash val="solid"/>
          </a:ln>
        </p:spPr>
      </p:sp>
      <p:sp>
        <p:nvSpPr>
          <p:cNvPr id="47" name="Text 45"/>
          <p:cNvSpPr/>
          <p:nvPr/>
        </p:nvSpPr>
        <p:spPr>
          <a:xfrm>
            <a:off x="640080" y="3926434"/>
            <a:ext cx="2377440" cy="47091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470916"/>
          </a:xfrm>
          <a:prstGeom prst="roundRect">
            <a:avLst>
              <a:gd name="adj" fmla="val 11650"/>
            </a:avLst>
          </a:prstGeom>
          <a:solidFill>
            <a:srgbClr val="121B2D"/>
          </a:solidFill>
          <a:ln w="12700">
            <a:solidFill>
              <a:srgbClr val="23304A"/>
            </a:solidFill>
            <a:prstDash val="solid"/>
          </a:ln>
        </p:spPr>
      </p:sp>
      <p:sp>
        <p:nvSpPr>
          <p:cNvPr id="50" name="Text 48"/>
          <p:cNvSpPr/>
          <p:nvPr/>
        </p:nvSpPr>
        <p:spPr>
          <a:xfrm>
            <a:off x="4389120" y="1691640"/>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250338"/>
            <a:ext cx="2743200" cy="470916"/>
          </a:xfrm>
          <a:prstGeom prst="roundRect">
            <a:avLst>
              <a:gd name="adj" fmla="val 11650"/>
            </a:avLst>
          </a:prstGeom>
          <a:solidFill>
            <a:srgbClr val="121B2D"/>
          </a:solidFill>
          <a:ln w="12700">
            <a:solidFill>
              <a:srgbClr val="23304A"/>
            </a:solidFill>
            <a:prstDash val="solid"/>
          </a:ln>
        </p:spPr>
      </p:sp>
      <p:sp>
        <p:nvSpPr>
          <p:cNvPr id="52" name="Text 50"/>
          <p:cNvSpPr/>
          <p:nvPr/>
        </p:nvSpPr>
        <p:spPr>
          <a:xfrm>
            <a:off x="4389120" y="2250338"/>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2809037"/>
            <a:ext cx="2743200" cy="470916"/>
          </a:xfrm>
          <a:prstGeom prst="roundRect">
            <a:avLst>
              <a:gd name="adj" fmla="val 11650"/>
            </a:avLst>
          </a:prstGeom>
          <a:solidFill>
            <a:srgbClr val="121B2D"/>
          </a:solidFill>
          <a:ln w="12700">
            <a:solidFill>
              <a:srgbClr val="23304A"/>
            </a:solidFill>
            <a:prstDash val="solid"/>
          </a:ln>
        </p:spPr>
      </p:sp>
      <p:sp>
        <p:nvSpPr>
          <p:cNvPr id="54" name="Text 52"/>
          <p:cNvSpPr/>
          <p:nvPr/>
        </p:nvSpPr>
        <p:spPr>
          <a:xfrm>
            <a:off x="4389120" y="2809037"/>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3367735"/>
            <a:ext cx="2743200" cy="470916"/>
          </a:xfrm>
          <a:prstGeom prst="roundRect">
            <a:avLst>
              <a:gd name="adj" fmla="val 11650"/>
            </a:avLst>
          </a:prstGeom>
          <a:solidFill>
            <a:srgbClr val="121B2D"/>
          </a:solidFill>
          <a:ln w="12700">
            <a:solidFill>
              <a:srgbClr val="23304A"/>
            </a:solidFill>
            <a:prstDash val="solid"/>
          </a:ln>
        </p:spPr>
      </p:sp>
      <p:sp>
        <p:nvSpPr>
          <p:cNvPr id="56" name="Text 54"/>
          <p:cNvSpPr/>
          <p:nvPr/>
        </p:nvSpPr>
        <p:spPr>
          <a:xfrm>
            <a:off x="4389120" y="3367735"/>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3926434"/>
            <a:ext cx="2743200" cy="470916"/>
          </a:xfrm>
          <a:prstGeom prst="roundRect">
            <a:avLst>
              <a:gd name="adj" fmla="val 11650"/>
            </a:avLst>
          </a:prstGeom>
          <a:solidFill>
            <a:srgbClr val="121B2D"/>
          </a:solidFill>
          <a:ln w="12700">
            <a:solidFill>
              <a:srgbClr val="23304A"/>
            </a:solidFill>
            <a:prstDash val="solid"/>
          </a:ln>
        </p:spPr>
      </p:sp>
      <p:sp>
        <p:nvSpPr>
          <p:cNvPr id="58" name="Text 56"/>
          <p:cNvSpPr/>
          <p:nvPr/>
        </p:nvSpPr>
        <p:spPr>
          <a:xfrm>
            <a:off x="4389120" y="3926434"/>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4485132"/>
            <a:ext cx="2743200" cy="470916"/>
          </a:xfrm>
          <a:prstGeom prst="roundRect">
            <a:avLst>
              <a:gd name="adj" fmla="val 11650"/>
            </a:avLst>
          </a:prstGeom>
          <a:solidFill>
            <a:srgbClr val="121B2D"/>
          </a:solidFill>
          <a:ln w="12700">
            <a:solidFill>
              <a:srgbClr val="23304A"/>
            </a:solidFill>
            <a:prstDash val="solid"/>
          </a:ln>
        </p:spPr>
      </p:sp>
      <p:sp>
        <p:nvSpPr>
          <p:cNvPr id="60" name="Text 58"/>
          <p:cNvSpPr/>
          <p:nvPr/>
        </p:nvSpPr>
        <p:spPr>
          <a:xfrm>
            <a:off x="4389120" y="4485132"/>
            <a:ext cx="2377440" cy="47091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3721608"/>
          </a:xfrm>
          <a:prstGeom prst="roundRect">
            <a:avLst>
              <a:gd name="adj" fmla="val 1474"/>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57607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377440"/>
            <a:ext cx="3980383" cy="9144"/>
          </a:xfrm>
          <a:prstGeom prst="rect">
            <a:avLst/>
          </a:prstGeom>
          <a:solidFill>
            <a:srgbClr val="23304A"/>
          </a:solidFill>
          <a:ln w="12700">
            <a:solidFill>
              <a:srgbClr val="23304A"/>
            </a:solidFill>
            <a:prstDash val="solid"/>
          </a:ln>
        </p:spPr>
      </p:sp>
      <p:sp>
        <p:nvSpPr>
          <p:cNvPr id="66" name="Text 64"/>
          <p:cNvSpPr/>
          <p:nvPr/>
        </p:nvSpPr>
        <p:spPr>
          <a:xfrm>
            <a:off x="7534656" y="2414016"/>
            <a:ext cx="3980383" cy="57607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008376"/>
            <a:ext cx="3980383" cy="9144"/>
          </a:xfrm>
          <a:prstGeom prst="rect">
            <a:avLst/>
          </a:prstGeom>
          <a:solidFill>
            <a:srgbClr val="23304A"/>
          </a:solidFill>
          <a:ln w="12700">
            <a:solidFill>
              <a:srgbClr val="23304A"/>
            </a:solidFill>
            <a:prstDash val="solid"/>
          </a:ln>
        </p:spPr>
      </p:sp>
      <p:sp>
        <p:nvSpPr>
          <p:cNvPr id="68" name="Text 66"/>
          <p:cNvSpPr/>
          <p:nvPr/>
        </p:nvSpPr>
        <p:spPr>
          <a:xfrm>
            <a:off x="7534656" y="3044952"/>
            <a:ext cx="3980383" cy="57607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3639312"/>
            <a:ext cx="3980383" cy="9144"/>
          </a:xfrm>
          <a:prstGeom prst="rect">
            <a:avLst/>
          </a:prstGeom>
          <a:solidFill>
            <a:srgbClr val="23304A"/>
          </a:solidFill>
          <a:ln w="12700">
            <a:solidFill>
              <a:srgbClr val="23304A"/>
            </a:solidFill>
            <a:prstDash val="solid"/>
          </a:ln>
        </p:spPr>
      </p:sp>
      <p:sp>
        <p:nvSpPr>
          <p:cNvPr id="70" name="Text 68"/>
          <p:cNvSpPr/>
          <p:nvPr/>
        </p:nvSpPr>
        <p:spPr>
          <a:xfrm>
            <a:off x="7534656" y="3675888"/>
            <a:ext cx="3980383" cy="57607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4270248"/>
            <a:ext cx="3980383" cy="9144"/>
          </a:xfrm>
          <a:prstGeom prst="rect">
            <a:avLst/>
          </a:prstGeom>
          <a:solidFill>
            <a:srgbClr val="23304A"/>
          </a:solidFill>
          <a:ln w="12700">
            <a:solidFill>
              <a:srgbClr val="23304A"/>
            </a:solidFill>
            <a:prstDash val="solid"/>
          </a:ln>
        </p:spPr>
      </p:sp>
      <p:sp>
        <p:nvSpPr>
          <p:cNvPr id="72" name="Text 70"/>
          <p:cNvSpPr/>
          <p:nvPr/>
        </p:nvSpPr>
        <p:spPr>
          <a:xfrm>
            <a:off x="7534656" y="4306824"/>
            <a:ext cx="3980383" cy="57607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
        <p:nvSpPr>
          <p:cNvPr id="73" name="Shape 71"/>
          <p:cNvSpPr/>
          <p:nvPr/>
        </p:nvSpPr>
        <p:spPr>
          <a:xfrm>
            <a:off x="457200" y="5184648"/>
            <a:ext cx="5524348" cy="1078992"/>
          </a:xfrm>
          <a:prstGeom prst="roundRect">
            <a:avLst>
              <a:gd name="adj" fmla="val 5085"/>
            </a:avLst>
          </a:prstGeom>
          <a:solidFill>
            <a:srgbClr val="121B2D"/>
          </a:solidFill>
          <a:ln w="12700">
            <a:solidFill>
              <a:srgbClr val="23304A"/>
            </a:solidFill>
            <a:prstDash val="solid"/>
          </a:ln>
        </p:spPr>
      </p:sp>
      <p:sp>
        <p:nvSpPr>
          <p:cNvPr id="74" name="Text 72"/>
          <p:cNvSpPr/>
          <p:nvPr/>
        </p:nvSpPr>
        <p:spPr>
          <a:xfrm>
            <a:off x="658368" y="5276088"/>
            <a:ext cx="512201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SPEND</a:t>
            </a:r>
            <a:endParaRPr lang="en-US" sz="1200" dirty="0"/>
          </a:p>
        </p:txBody>
      </p:sp>
      <p:sp>
        <p:nvSpPr>
          <p:cNvPr id="75" name="Text 73"/>
          <p:cNvSpPr/>
          <p:nvPr/>
        </p:nvSpPr>
        <p:spPr>
          <a:xfrm>
            <a:off x="658368" y="5477256"/>
            <a:ext cx="512201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76" name="Text 74"/>
          <p:cNvSpPr/>
          <p:nvPr/>
        </p:nvSpPr>
        <p:spPr>
          <a:xfrm>
            <a:off x="658368" y="5879592"/>
            <a:ext cx="512201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of the July bill has no project owner</a:t>
            </a:r>
            <a:endParaRPr lang="en-US" sz="1200" dirty="0"/>
          </a:p>
        </p:txBody>
      </p:sp>
      <p:sp>
        <p:nvSpPr>
          <p:cNvPr id="77" name="Shape 75"/>
          <p:cNvSpPr/>
          <p:nvPr/>
        </p:nvSpPr>
        <p:spPr>
          <a:xfrm>
            <a:off x="6210148" y="5184648"/>
            <a:ext cx="5524348" cy="1078992"/>
          </a:xfrm>
          <a:prstGeom prst="roundRect">
            <a:avLst>
              <a:gd name="adj" fmla="val 5085"/>
            </a:avLst>
          </a:prstGeom>
          <a:solidFill>
            <a:srgbClr val="121B2D"/>
          </a:solidFill>
          <a:ln w="12700">
            <a:solidFill>
              <a:srgbClr val="23304A"/>
            </a:solidFill>
            <a:prstDash val="solid"/>
          </a:ln>
        </p:spPr>
      </p:sp>
      <p:sp>
        <p:nvSpPr>
          <p:cNvPr id="78" name="Text 76"/>
          <p:cNvSpPr/>
          <p:nvPr/>
        </p:nvSpPr>
        <p:spPr>
          <a:xfrm>
            <a:off x="6411316" y="5276088"/>
            <a:ext cx="512201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PLATFORM, NO BASELINE</a:t>
            </a:r>
            <a:endParaRPr lang="en-US" sz="1200" dirty="0"/>
          </a:p>
        </p:txBody>
      </p:sp>
      <p:sp>
        <p:nvSpPr>
          <p:cNvPr id="79" name="Text 77"/>
          <p:cNvSpPr/>
          <p:nvPr/>
        </p:nvSpPr>
        <p:spPr>
          <a:xfrm>
            <a:off x="6411316" y="5477256"/>
            <a:ext cx="512201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$8,920</a:t>
            </a:r>
            <a:endParaRPr lang="en-US" sz="2800" dirty="0"/>
          </a:p>
        </p:txBody>
      </p:sp>
      <p:sp>
        <p:nvSpPr>
          <p:cNvPr id="80" name="Text 78"/>
          <p:cNvSpPr/>
          <p:nvPr/>
        </p:nvSpPr>
        <p:spPr>
          <a:xfrm>
            <a:off x="6411316" y="5879592"/>
            <a:ext cx="512201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Cowork went from $0 to this in one month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1490</TotalTime>
  <Words>5585</Words>
  <Application>Microsoft Office PowerPoint</Application>
  <PresentationFormat>Widescreen</PresentationFormat>
  <Paragraphs>899</Paragraphs>
  <Slides>39</Slides>
  <Notes>39</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21</cp:revision>
  <dcterms:created xsi:type="dcterms:W3CDTF">2026-08-17T09:02:17Z</dcterms:created>
  <dcterms:modified xsi:type="dcterms:W3CDTF">2026-08-18T12:01:49Z</dcterms:modified>
</cp:coreProperties>
</file>
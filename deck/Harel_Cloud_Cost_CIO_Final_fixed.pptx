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7.xml" ContentType="application/vnd.openxmlformats-officedocument.drawingml.chart+xml"/>
  <Override PartName="/ppt/notesSlides/notesSlide13.xml" ContentType="application/vnd.openxmlformats-officedocument.presentationml.notesSlide+xml"/>
  <Override PartName="/ppt/charts/chart8.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9.xml" ContentType="application/vnd.openxmlformats-officedocument.drawingml.chart+xml"/>
  <Override PartName="/ppt/notesSlides/notesSlide32.xml" ContentType="application/vnd.openxmlformats-officedocument.presentationml.notesSlide+xml"/>
  <Override PartName="/ppt/charts/chart10.xml" ContentType="application/vnd.openxmlformats-officedocument.drawingml.chart+xml"/>
  <Override PartName="/ppt/notesSlides/notesSlide33.xml" ContentType="application/vnd.openxmlformats-officedocument.presentationml.notesSlide+xml"/>
  <Override PartName="/ppt/charts/chart11.xml" ContentType="application/vnd.openxmlformats-officedocument.drawingml.chart+xml"/>
  <Override PartName="/ppt/notesSlides/notesSlide34.xml" ContentType="application/vnd.openxmlformats-officedocument.presentationml.notesSlide+xml"/>
  <Override PartName="/ppt/charts/chart12.xml" ContentType="application/vnd.openxmlformats-officedocument.drawingml.chart+xml"/>
  <Override PartName="/ppt/notesSlides/notesSlide35.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notesSlides/notesSlide36.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notesSlides/notesSlide37.xml" ContentType="application/vnd.openxmlformats-officedocument.presentationml.notesSlide+xml"/>
  <Override PartName="/ppt/charts/chart17.xml" ContentType="application/vnd.openxmlformats-officedocument.drawingml.chart+xml"/>
  <Override PartName="/ppt/charts/chart18.xml" ContentType="application/vnd.openxmlformats-officedocument.drawingml.chart+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9" r:id="rId4"/>
    <p:sldId id="260" r:id="rId5"/>
    <p:sldId id="296" r:id="rId6"/>
    <p:sldId id="297" r:id="rId7"/>
    <p:sldId id="290" r:id="rId8"/>
    <p:sldId id="291" r:id="rId9"/>
    <p:sldId id="292" r:id="rId10"/>
    <p:sldId id="293" r:id="rId11"/>
    <p:sldId id="264" r:id="rId12"/>
    <p:sldId id="266" r:id="rId13"/>
    <p:sldId id="265" r:id="rId14"/>
    <p:sldId id="274" r:id="rId15"/>
    <p:sldId id="298" r:id="rId16"/>
    <p:sldId id="276" r:id="rId17"/>
    <p:sldId id="275" r:id="rId18"/>
    <p:sldId id="277" r:id="rId19"/>
    <p:sldId id="278" r:id="rId20"/>
    <p:sldId id="279" r:id="rId21"/>
    <p:sldId id="280" r:id="rId22"/>
    <p:sldId id="267" r:id="rId23"/>
    <p:sldId id="269" r:id="rId24"/>
    <p:sldId id="281" r:id="rId25"/>
    <p:sldId id="268" r:id="rId26"/>
    <p:sldId id="270" r:id="rId27"/>
    <p:sldId id="271" r:id="rId28"/>
    <p:sldId id="272" r:id="rId29"/>
    <p:sldId id="273" r:id="rId30"/>
    <p:sldId id="282" r:id="rId31"/>
    <p:sldId id="283" r:id="rId32"/>
    <p:sldId id="284" r:id="rId33"/>
    <p:sldId id="285" r:id="rId34"/>
    <p:sldId id="286" r:id="rId35"/>
    <p:sldId id="287" r:id="rId36"/>
    <p:sldId id="288" r:id="rId37"/>
    <p:sldId id="289"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varScale="1">
        <p:scale>
          <a:sx n="114" d="100"/>
          <a:sy n="114" d="100"/>
        </p:scale>
        <p:origin x="156"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add setBg">
        <pc:chgData name="אריאל גזית" userId="ab0a39ea-8878-4fcc-a857-5afbe9cb9050" providerId="ADAL" clId="{8AF1E48A-3E39-4A45-9543-E35A5CD44E8F}" dt="2026-08-18T12:01:17.163" v="45"/>
        <pc:sldMkLst>
          <pc:docMk/>
          <pc:sldMk cId="4164748938" sldId="274"/>
        </pc:sldMkLst>
      </pc:sldChg>
      <pc:sldChg chg="add setBg">
        <pc:chgData name="אריאל גזית" userId="ab0a39ea-8878-4fcc-a857-5afbe9cb9050" providerId="ADAL" clId="{8AF1E48A-3E39-4A45-9543-E35A5CD44E8F}" dt="2026-08-18T12:01:17.163" v="45"/>
        <pc:sldMkLst>
          <pc:docMk/>
          <pc:sldMk cId="3730409472" sldId="276"/>
        </pc:sldMkLst>
      </pc:sldChg>
      <pc:sldChg chg="add setBg">
        <pc:chgData name="אריאל גזית" userId="ab0a39ea-8878-4fcc-a857-5afbe9cb9050" providerId="ADAL" clId="{8AF1E48A-3E39-4A45-9543-E35A5CD44E8F}" dt="2026-08-18T12:01:17.163" v="45"/>
        <pc:sldMkLst>
          <pc:docMk/>
          <pc:sldMk cId="638208443" sldId="277"/>
        </pc:sldMkLst>
      </pc:sldChg>
      <pc:sldChg chg="add setBg">
        <pc:chgData name="אריאל גזית" userId="ab0a39ea-8878-4fcc-a857-5afbe9cb9050" providerId="ADAL" clId="{8AF1E48A-3E39-4A45-9543-E35A5CD44E8F}" dt="2026-08-18T12:01:17.163" v="45"/>
        <pc:sldMkLst>
          <pc:docMk/>
          <pc:sldMk cId="1326744587" sldId="278"/>
        </pc:sldMkLst>
      </pc:sldChg>
      <pc:sldChg chg="add setBg">
        <pc:chgData name="אריאל גזית" userId="ab0a39ea-8878-4fcc-a857-5afbe9cb9050" providerId="ADAL" clId="{8AF1E48A-3E39-4A45-9543-E35A5CD44E8F}" dt="2026-08-18T12:01:17.163" v="45"/>
        <pc:sldMkLst>
          <pc:docMk/>
          <pc:sldMk cId="4120224329" sldId="279"/>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e-IL"/>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he-IL"/>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he-IL"/>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he-IL"/>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AIFactory tag is $63,609 over May-July.
  Infrastructure  $41,236  64.8%
  AI meters       $22,373  35.2%
The headline: API Management is the single largest line at $17,311,
ahead of Foundry Models. The gateway costs more than the models behind it.
Watch for the trap in the name: the two subscriptions literally called
"AI Factory" total $4,279. The tag is what matters, not the subscription name.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six platforms, nothing in
the middle. Thirty direct paths, no single place that can see the spend,
refuse a request, or attribute a bill.
Databricks is on the list because it is bought the same way as the rest, and
it is the largest single commitment of the year. It bills at $0 today because
it draws down the April pre-purchase, which is exactly why nobody is watching
it. See the Databricks slide.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chart" Target="../charts/chart14.xml"/></Relationships>
</file>

<file path=ppt/slides/_rels/slide3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6.xml"/></Relationships>
</file>

<file path=ppt/slides/_rels/slide3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marL="0" indent="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marL="0" indent="0" algn="ctr">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marL="0" indent="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marL="0" indent="0" algn="ctr">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marL="0" indent="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marL="0" indent="0" algn="ctr">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marL="0" indent="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marL="0" indent="0" algn="ctr">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marL="0" indent="0">
              <a:lnSpc>
                <a:spcPct val="105000"/>
              </a:lnSpc>
              <a:buNone/>
            </a:pPr>
            <a:r>
              <a:rPr lang="en-US" sz="1200" b="1" kern="0" spc="11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marL="0" indent="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marL="0" indent="0" algn="r">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marL="0" indent="0">
              <a:buNone/>
            </a:pPr>
            <a:r>
              <a:rPr lang="en-US" sz="1200" b="1" kern="0" spc="10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marL="0" indent="0" algn="r">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marL="0" indent="0" algn="ctr">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Inside AIFactory: infrastructure vs. AI</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meter-level detail.</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API Management alone is $17,311, or 27.2% of the tag, more than the models it fronts. Inference has to run somewhere, so this is not automatically wrong; it is the part of the AI bill that right-sizing can actually move, and nobody is looking at it. The subscriptions actually named "AI Factory" total just $4,279. The tag is what counts here, not the subscription name.</a:t>
            </a:r>
            <a:endParaRPr lang="en-US" sz="1200" dirty="0"/>
          </a:p>
        </p:txBody>
      </p:sp>
      <p:sp>
        <p:nvSpPr>
          <p:cNvPr id="8" name="Text 6"/>
          <p:cNvSpPr/>
          <p:nvPr/>
        </p:nvSpPr>
        <p:spPr>
          <a:xfrm>
            <a:off x="457200" y="1234440"/>
            <a:ext cx="7543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Every meter billed under the tag</a:t>
            </a:r>
            <a:endParaRPr lang="en-US" sz="1500" dirty="0"/>
          </a:p>
        </p:txBody>
      </p:sp>
      <p:sp>
        <p:nvSpPr>
          <p:cNvPr id="9" name="Text 7"/>
          <p:cNvSpPr/>
          <p:nvPr/>
        </p:nvSpPr>
        <p:spPr>
          <a:xfrm>
            <a:off x="457200" y="1508760"/>
            <a:ext cx="754380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Three-month totals, with the month-by-month split and each meter's share of the tag</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543800" cy="4096512"/>
        </p:xfrm>
        <a:graphic>
          <a:graphicData uri="http://schemas.openxmlformats.org/drawingml/2006/table">
            <a:tbl>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777240">
                  <a:extLst>
                    <a:ext uri="{9D8B030D-6E8A-4147-A177-3AD203B41FA5}">
                      <a16:colId xmlns:a16="http://schemas.microsoft.com/office/drawing/2014/main" val="20006"/>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Meter category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Kind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May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Jun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Jul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3-month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Share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API Management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$5,694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$5,514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$6,103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$17,311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Foundry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$9,683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$5,641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Virtual Machines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$4,557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$4,865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$12,309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Azure Cognitive 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$1,582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$1,825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$4,573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Microsoft Defender for 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$1,574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$3,141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Azure Database for PostgreSQL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$2,961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Virtual Network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$1,391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Foundry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$480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$1,293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Redis Cache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$1,206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10 smaller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$620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$1,797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Infrastructure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$11,212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$14,599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$15,425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$41,236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E0A030"/>
                          </a:solidFill>
                          <a:latin typeface="Calibri" pitchFamily="34" charset="0"/>
                          <a:ea typeface="Calibri" pitchFamily="34" charset="-122"/>
                          <a:cs typeface="Calibri" pitchFamily="34" charset="-120"/>
                        </a:rPr>
                        <a:t>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AI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$2,444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$11,745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$8,184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$22,373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2F8CFF"/>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3"/>
                  </a:ext>
                </a:extLst>
              </a:tr>
            </a:tbl>
          </a:graphicData>
        </a:graphic>
      </p:graphicFrame>
      <p:sp>
        <p:nvSpPr>
          <p:cNvPr id="11" name="Shape 8"/>
          <p:cNvSpPr/>
          <p:nvPr/>
        </p:nvSpPr>
        <p:spPr>
          <a:xfrm>
            <a:off x="8366760" y="1234440"/>
            <a:ext cx="33677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567928" y="1325880"/>
            <a:ext cx="296539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NOT AI METERS</a:t>
            </a:r>
            <a:endParaRPr lang="en-US" sz="1200" dirty="0"/>
          </a:p>
        </p:txBody>
      </p:sp>
      <p:sp>
        <p:nvSpPr>
          <p:cNvPr id="13" name="Text 10"/>
          <p:cNvSpPr/>
          <p:nvPr/>
        </p:nvSpPr>
        <p:spPr>
          <a:xfrm>
            <a:off x="8567928" y="1527048"/>
            <a:ext cx="296539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64.8%</a:t>
            </a:r>
            <a:endParaRPr lang="en-US" sz="2800" dirty="0"/>
          </a:p>
        </p:txBody>
      </p:sp>
      <p:sp>
        <p:nvSpPr>
          <p:cNvPr id="14" name="Text 11"/>
          <p:cNvSpPr/>
          <p:nvPr/>
        </p:nvSpPr>
        <p:spPr>
          <a:xfrm>
            <a:off x="8567928" y="1929384"/>
            <a:ext cx="296539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AIFactory tag is infrastructure</a:t>
            </a:r>
            <a:endParaRPr lang="en-US" sz="1200" dirty="0"/>
          </a:p>
        </p:txBody>
      </p:sp>
      <p:sp>
        <p:nvSpPr>
          <p:cNvPr id="15" name="Shape 12"/>
          <p:cNvSpPr/>
          <p:nvPr/>
        </p:nvSpPr>
        <p:spPr>
          <a:xfrm>
            <a:off x="8366760" y="2459736"/>
            <a:ext cx="33677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567928" y="2551176"/>
            <a:ext cx="296539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17" name="Text 14"/>
          <p:cNvSpPr/>
          <p:nvPr/>
        </p:nvSpPr>
        <p:spPr>
          <a:xfrm>
            <a:off x="8567928" y="2752344"/>
            <a:ext cx="296539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18" name="Text 15"/>
          <p:cNvSpPr/>
          <p:nvPr/>
        </p:nvSpPr>
        <p:spPr>
          <a:xfrm>
            <a:off x="8567928" y="3154680"/>
            <a:ext cx="296539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the models it fronts</a:t>
            </a:r>
            <a:endParaRPr lang="en-US" sz="1200" dirty="0"/>
          </a:p>
        </p:txBody>
      </p:sp>
      <p:sp>
        <p:nvSpPr>
          <p:cNvPr id="19" name="Shape 16"/>
          <p:cNvSpPr/>
          <p:nvPr/>
        </p:nvSpPr>
        <p:spPr>
          <a:xfrm>
            <a:off x="8366760" y="3685032"/>
            <a:ext cx="33677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567928" y="3776472"/>
            <a:ext cx="296539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AI METERS</a:t>
            </a:r>
            <a:endParaRPr lang="en-US" sz="1200" dirty="0"/>
          </a:p>
        </p:txBody>
      </p:sp>
      <p:sp>
        <p:nvSpPr>
          <p:cNvPr id="21" name="Text 18"/>
          <p:cNvSpPr/>
          <p:nvPr/>
        </p:nvSpPr>
        <p:spPr>
          <a:xfrm>
            <a:off x="8567928" y="3977640"/>
            <a:ext cx="296539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$22,373</a:t>
            </a:r>
            <a:endParaRPr lang="en-US" sz="2800" dirty="0"/>
          </a:p>
        </p:txBody>
      </p:sp>
      <p:sp>
        <p:nvSpPr>
          <p:cNvPr id="22" name="Text 19"/>
          <p:cNvSpPr/>
          <p:nvPr/>
        </p:nvSpPr>
        <p:spPr>
          <a:xfrm>
            <a:off x="8567928" y="4379976"/>
            <a:ext cx="296539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35.2% of the tag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2029968"/>
            <a:ext cx="1005840" cy="3658"/>
          </a:xfrm>
          <a:prstGeom prst="line">
            <a:avLst/>
          </a:prstGeom>
          <a:noFill/>
          <a:ln w="9525">
            <a:solidFill>
              <a:srgbClr val="FF6B7A">
                <a:alpha val="42000"/>
              </a:srgbClr>
            </a:solidFill>
            <a:prstDash val="solid"/>
          </a:ln>
        </p:spPr>
      </p:sp>
      <p:sp>
        <p:nvSpPr>
          <p:cNvPr id="8" name="Shape 6"/>
          <p:cNvSpPr/>
          <p:nvPr/>
        </p:nvSpPr>
        <p:spPr>
          <a:xfrm>
            <a:off x="3200400" y="2029968"/>
            <a:ext cx="1005840" cy="779069"/>
          </a:xfrm>
          <a:prstGeom prst="line">
            <a:avLst/>
          </a:prstGeom>
          <a:noFill/>
          <a:ln w="9525">
            <a:solidFill>
              <a:srgbClr val="FF6B7A">
                <a:alpha val="42000"/>
              </a:srgbClr>
            </a:solidFill>
            <a:prstDash val="solid"/>
          </a:ln>
        </p:spPr>
      </p:sp>
      <p:sp>
        <p:nvSpPr>
          <p:cNvPr id="9" name="Shape 7"/>
          <p:cNvSpPr/>
          <p:nvPr/>
        </p:nvSpPr>
        <p:spPr>
          <a:xfrm>
            <a:off x="3200400" y="2029968"/>
            <a:ext cx="1005840" cy="1558138"/>
          </a:xfrm>
          <a:prstGeom prst="line">
            <a:avLst/>
          </a:prstGeom>
          <a:noFill/>
          <a:ln w="9525">
            <a:solidFill>
              <a:srgbClr val="FF6B7A">
                <a:alpha val="42000"/>
              </a:srgbClr>
            </a:solidFill>
            <a:prstDash val="solid"/>
          </a:ln>
        </p:spPr>
      </p:sp>
      <p:sp>
        <p:nvSpPr>
          <p:cNvPr id="10" name="Shape 8"/>
          <p:cNvSpPr/>
          <p:nvPr/>
        </p:nvSpPr>
        <p:spPr>
          <a:xfrm>
            <a:off x="3200400" y="2029968"/>
            <a:ext cx="1005840" cy="2337206"/>
          </a:xfrm>
          <a:prstGeom prst="line">
            <a:avLst/>
          </a:prstGeom>
          <a:noFill/>
          <a:ln w="9525">
            <a:solidFill>
              <a:srgbClr val="FF6B7A">
                <a:alpha val="42000"/>
              </a:srgbClr>
            </a:solidFill>
            <a:prstDash val="solid"/>
          </a:ln>
        </p:spPr>
      </p:sp>
      <p:sp>
        <p:nvSpPr>
          <p:cNvPr id="11" name="Shape 9"/>
          <p:cNvSpPr/>
          <p:nvPr/>
        </p:nvSpPr>
        <p:spPr>
          <a:xfrm>
            <a:off x="3200400" y="2029968"/>
            <a:ext cx="1005840" cy="3116275"/>
          </a:xfrm>
          <a:prstGeom prst="line">
            <a:avLst/>
          </a:prstGeom>
          <a:noFill/>
          <a:ln w="9525">
            <a:solidFill>
              <a:srgbClr val="FF6B7A">
                <a:alpha val="42000"/>
              </a:srgbClr>
            </a:solidFill>
            <a:prstDash val="solid"/>
          </a:ln>
        </p:spPr>
      </p:sp>
      <p:sp>
        <p:nvSpPr>
          <p:cNvPr id="12" name="Shape 10"/>
          <p:cNvSpPr/>
          <p:nvPr/>
        </p:nvSpPr>
        <p:spPr>
          <a:xfrm>
            <a:off x="3200400" y="2029968"/>
            <a:ext cx="1005840" cy="3895344"/>
          </a:xfrm>
          <a:prstGeom prst="line">
            <a:avLst/>
          </a:prstGeom>
          <a:noFill/>
          <a:ln w="9525">
            <a:solidFill>
              <a:srgbClr val="FF6B7A">
                <a:alpha val="42000"/>
              </a:srgbClr>
            </a:solidFill>
            <a:prstDash val="solid"/>
          </a:ln>
        </p:spPr>
      </p:sp>
      <p:sp>
        <p:nvSpPr>
          <p:cNvPr id="13" name="Shape 11"/>
          <p:cNvSpPr/>
          <p:nvPr/>
        </p:nvSpPr>
        <p:spPr>
          <a:xfrm flipV="1">
            <a:off x="3200400" y="2029968"/>
            <a:ext cx="1005840" cy="779069"/>
          </a:xfrm>
          <a:prstGeom prst="line">
            <a:avLst/>
          </a:prstGeom>
          <a:noFill/>
          <a:ln w="9525">
            <a:solidFill>
              <a:srgbClr val="FF6B7A">
                <a:alpha val="42000"/>
              </a:srgbClr>
            </a:solidFill>
            <a:prstDash val="solid"/>
          </a:ln>
        </p:spPr>
      </p:sp>
      <p:sp>
        <p:nvSpPr>
          <p:cNvPr id="14" name="Shape 12"/>
          <p:cNvSpPr/>
          <p:nvPr/>
        </p:nvSpPr>
        <p:spPr>
          <a:xfrm>
            <a:off x="3200400" y="2809037"/>
            <a:ext cx="1005840" cy="3658"/>
          </a:xfrm>
          <a:prstGeom prst="line">
            <a:avLst/>
          </a:prstGeom>
          <a:noFill/>
          <a:ln w="9525">
            <a:solidFill>
              <a:srgbClr val="FF6B7A">
                <a:alpha val="42000"/>
              </a:srgbClr>
            </a:solidFill>
            <a:prstDash val="solid"/>
          </a:ln>
        </p:spPr>
      </p:sp>
      <p:sp>
        <p:nvSpPr>
          <p:cNvPr id="15" name="Shape 13"/>
          <p:cNvSpPr/>
          <p:nvPr/>
        </p:nvSpPr>
        <p:spPr>
          <a:xfrm>
            <a:off x="3200400" y="2809037"/>
            <a:ext cx="1005840" cy="779069"/>
          </a:xfrm>
          <a:prstGeom prst="line">
            <a:avLst/>
          </a:prstGeom>
          <a:noFill/>
          <a:ln w="9525">
            <a:solidFill>
              <a:srgbClr val="FF6B7A">
                <a:alpha val="42000"/>
              </a:srgbClr>
            </a:solidFill>
            <a:prstDash val="solid"/>
          </a:ln>
        </p:spPr>
      </p:sp>
      <p:sp>
        <p:nvSpPr>
          <p:cNvPr id="16" name="Shape 14"/>
          <p:cNvSpPr/>
          <p:nvPr/>
        </p:nvSpPr>
        <p:spPr>
          <a:xfrm>
            <a:off x="3200400" y="2809037"/>
            <a:ext cx="1005840" cy="1558138"/>
          </a:xfrm>
          <a:prstGeom prst="line">
            <a:avLst/>
          </a:prstGeom>
          <a:noFill/>
          <a:ln w="9525">
            <a:solidFill>
              <a:srgbClr val="FF6B7A">
                <a:alpha val="42000"/>
              </a:srgbClr>
            </a:solidFill>
            <a:prstDash val="solid"/>
          </a:ln>
        </p:spPr>
      </p:sp>
      <p:sp>
        <p:nvSpPr>
          <p:cNvPr id="17" name="Shape 15"/>
          <p:cNvSpPr/>
          <p:nvPr/>
        </p:nvSpPr>
        <p:spPr>
          <a:xfrm>
            <a:off x="3200400" y="2809037"/>
            <a:ext cx="1005840" cy="2337206"/>
          </a:xfrm>
          <a:prstGeom prst="line">
            <a:avLst/>
          </a:prstGeom>
          <a:noFill/>
          <a:ln w="9525">
            <a:solidFill>
              <a:srgbClr val="FF6B7A">
                <a:alpha val="42000"/>
              </a:srgbClr>
            </a:solidFill>
            <a:prstDash val="solid"/>
          </a:ln>
        </p:spPr>
      </p:sp>
      <p:sp>
        <p:nvSpPr>
          <p:cNvPr id="18" name="Shape 16"/>
          <p:cNvSpPr/>
          <p:nvPr/>
        </p:nvSpPr>
        <p:spPr>
          <a:xfrm>
            <a:off x="3200400" y="2809037"/>
            <a:ext cx="1005840" cy="3116275"/>
          </a:xfrm>
          <a:prstGeom prst="line">
            <a:avLst/>
          </a:prstGeom>
          <a:noFill/>
          <a:ln w="9525">
            <a:solidFill>
              <a:srgbClr val="FF6B7A">
                <a:alpha val="42000"/>
              </a:srgbClr>
            </a:solidFill>
            <a:prstDash val="solid"/>
          </a:ln>
        </p:spPr>
      </p:sp>
      <p:sp>
        <p:nvSpPr>
          <p:cNvPr id="19" name="Shape 17"/>
          <p:cNvSpPr/>
          <p:nvPr/>
        </p:nvSpPr>
        <p:spPr>
          <a:xfrm flipV="1">
            <a:off x="3200400" y="2029968"/>
            <a:ext cx="1005840" cy="1558138"/>
          </a:xfrm>
          <a:prstGeom prst="line">
            <a:avLst/>
          </a:prstGeom>
          <a:noFill/>
          <a:ln w="9525">
            <a:solidFill>
              <a:srgbClr val="FF6B7A">
                <a:alpha val="42000"/>
              </a:srgbClr>
            </a:solidFill>
            <a:prstDash val="solid"/>
          </a:ln>
        </p:spPr>
      </p:sp>
      <p:sp>
        <p:nvSpPr>
          <p:cNvPr id="20" name="Shape 18"/>
          <p:cNvSpPr/>
          <p:nvPr/>
        </p:nvSpPr>
        <p:spPr>
          <a:xfrm flipV="1">
            <a:off x="3200400" y="2809037"/>
            <a:ext cx="1005840" cy="779069"/>
          </a:xfrm>
          <a:prstGeom prst="line">
            <a:avLst/>
          </a:prstGeom>
          <a:noFill/>
          <a:ln w="9525">
            <a:solidFill>
              <a:srgbClr val="FF6B7A">
                <a:alpha val="42000"/>
              </a:srgbClr>
            </a:solidFill>
            <a:prstDash val="solid"/>
          </a:ln>
        </p:spPr>
      </p:sp>
      <p:sp>
        <p:nvSpPr>
          <p:cNvPr id="21" name="Shape 19"/>
          <p:cNvSpPr/>
          <p:nvPr/>
        </p:nvSpPr>
        <p:spPr>
          <a:xfrm>
            <a:off x="3200400" y="3588106"/>
            <a:ext cx="1005840" cy="3658"/>
          </a:xfrm>
          <a:prstGeom prst="line">
            <a:avLst/>
          </a:prstGeom>
          <a:noFill/>
          <a:ln w="9525">
            <a:solidFill>
              <a:srgbClr val="FF6B7A">
                <a:alpha val="42000"/>
              </a:srgbClr>
            </a:solidFill>
            <a:prstDash val="solid"/>
          </a:ln>
        </p:spPr>
      </p:sp>
      <p:sp>
        <p:nvSpPr>
          <p:cNvPr id="22" name="Shape 20"/>
          <p:cNvSpPr/>
          <p:nvPr/>
        </p:nvSpPr>
        <p:spPr>
          <a:xfrm>
            <a:off x="3200400" y="3588106"/>
            <a:ext cx="1005840" cy="779069"/>
          </a:xfrm>
          <a:prstGeom prst="line">
            <a:avLst/>
          </a:prstGeom>
          <a:noFill/>
          <a:ln w="9525">
            <a:solidFill>
              <a:srgbClr val="FF6B7A">
                <a:alpha val="42000"/>
              </a:srgbClr>
            </a:solidFill>
            <a:prstDash val="solid"/>
          </a:ln>
        </p:spPr>
      </p:sp>
      <p:sp>
        <p:nvSpPr>
          <p:cNvPr id="23" name="Shape 21"/>
          <p:cNvSpPr/>
          <p:nvPr/>
        </p:nvSpPr>
        <p:spPr>
          <a:xfrm>
            <a:off x="3200400" y="3588106"/>
            <a:ext cx="1005840" cy="1558138"/>
          </a:xfrm>
          <a:prstGeom prst="line">
            <a:avLst/>
          </a:prstGeom>
          <a:noFill/>
          <a:ln w="9525">
            <a:solidFill>
              <a:srgbClr val="FF6B7A">
                <a:alpha val="42000"/>
              </a:srgbClr>
            </a:solidFill>
            <a:prstDash val="solid"/>
          </a:ln>
        </p:spPr>
      </p:sp>
      <p:sp>
        <p:nvSpPr>
          <p:cNvPr id="24" name="Shape 22"/>
          <p:cNvSpPr/>
          <p:nvPr/>
        </p:nvSpPr>
        <p:spPr>
          <a:xfrm>
            <a:off x="3200400" y="3588106"/>
            <a:ext cx="1005840" cy="2337206"/>
          </a:xfrm>
          <a:prstGeom prst="line">
            <a:avLst/>
          </a:prstGeom>
          <a:noFill/>
          <a:ln w="9525">
            <a:solidFill>
              <a:srgbClr val="FF6B7A">
                <a:alpha val="42000"/>
              </a:srgbClr>
            </a:solidFill>
            <a:prstDash val="solid"/>
          </a:ln>
        </p:spPr>
      </p:sp>
      <p:sp>
        <p:nvSpPr>
          <p:cNvPr id="25" name="Shape 23"/>
          <p:cNvSpPr/>
          <p:nvPr/>
        </p:nvSpPr>
        <p:spPr>
          <a:xfrm flipV="1">
            <a:off x="3200400" y="2029968"/>
            <a:ext cx="1005840" cy="2337206"/>
          </a:xfrm>
          <a:prstGeom prst="line">
            <a:avLst/>
          </a:prstGeom>
          <a:noFill/>
          <a:ln w="9525">
            <a:solidFill>
              <a:srgbClr val="FF6B7A">
                <a:alpha val="42000"/>
              </a:srgbClr>
            </a:solidFill>
            <a:prstDash val="solid"/>
          </a:ln>
        </p:spPr>
      </p:sp>
      <p:sp>
        <p:nvSpPr>
          <p:cNvPr id="26" name="Shape 24"/>
          <p:cNvSpPr/>
          <p:nvPr/>
        </p:nvSpPr>
        <p:spPr>
          <a:xfrm flipV="1">
            <a:off x="3200400" y="2809037"/>
            <a:ext cx="1005840" cy="1558138"/>
          </a:xfrm>
          <a:prstGeom prst="line">
            <a:avLst/>
          </a:prstGeom>
          <a:noFill/>
          <a:ln w="9525">
            <a:solidFill>
              <a:srgbClr val="FF6B7A">
                <a:alpha val="42000"/>
              </a:srgbClr>
            </a:solidFill>
            <a:prstDash val="solid"/>
          </a:ln>
        </p:spPr>
      </p:sp>
      <p:sp>
        <p:nvSpPr>
          <p:cNvPr id="27" name="Shape 25"/>
          <p:cNvSpPr/>
          <p:nvPr/>
        </p:nvSpPr>
        <p:spPr>
          <a:xfrm flipV="1">
            <a:off x="3200400" y="3588106"/>
            <a:ext cx="1005840" cy="779069"/>
          </a:xfrm>
          <a:prstGeom prst="line">
            <a:avLst/>
          </a:prstGeom>
          <a:noFill/>
          <a:ln w="9525">
            <a:solidFill>
              <a:srgbClr val="FF6B7A">
                <a:alpha val="42000"/>
              </a:srgbClr>
            </a:solidFill>
            <a:prstDash val="solid"/>
          </a:ln>
        </p:spPr>
      </p:sp>
      <p:sp>
        <p:nvSpPr>
          <p:cNvPr id="28" name="Shape 26"/>
          <p:cNvSpPr/>
          <p:nvPr/>
        </p:nvSpPr>
        <p:spPr>
          <a:xfrm>
            <a:off x="3200400" y="4367174"/>
            <a:ext cx="1005840" cy="3658"/>
          </a:xfrm>
          <a:prstGeom prst="line">
            <a:avLst/>
          </a:prstGeom>
          <a:noFill/>
          <a:ln w="9525">
            <a:solidFill>
              <a:srgbClr val="FF6B7A">
                <a:alpha val="42000"/>
              </a:srgbClr>
            </a:solidFill>
            <a:prstDash val="solid"/>
          </a:ln>
        </p:spPr>
      </p:sp>
      <p:sp>
        <p:nvSpPr>
          <p:cNvPr id="29" name="Shape 27"/>
          <p:cNvSpPr/>
          <p:nvPr/>
        </p:nvSpPr>
        <p:spPr>
          <a:xfrm>
            <a:off x="3200400" y="4367174"/>
            <a:ext cx="1005840" cy="779069"/>
          </a:xfrm>
          <a:prstGeom prst="line">
            <a:avLst/>
          </a:prstGeom>
          <a:noFill/>
          <a:ln w="9525">
            <a:solidFill>
              <a:srgbClr val="FF6B7A">
                <a:alpha val="42000"/>
              </a:srgbClr>
            </a:solidFill>
            <a:prstDash val="solid"/>
          </a:ln>
        </p:spPr>
      </p:sp>
      <p:sp>
        <p:nvSpPr>
          <p:cNvPr id="30" name="Shape 28"/>
          <p:cNvSpPr/>
          <p:nvPr/>
        </p:nvSpPr>
        <p:spPr>
          <a:xfrm>
            <a:off x="3200400" y="4367174"/>
            <a:ext cx="1005840" cy="1558138"/>
          </a:xfrm>
          <a:prstGeom prst="line">
            <a:avLst/>
          </a:prstGeom>
          <a:noFill/>
          <a:ln w="9525">
            <a:solidFill>
              <a:srgbClr val="FF6B7A">
                <a:alpha val="42000"/>
              </a:srgbClr>
            </a:solidFill>
            <a:prstDash val="solid"/>
          </a:ln>
        </p:spPr>
      </p:sp>
      <p:sp>
        <p:nvSpPr>
          <p:cNvPr id="31" name="Shape 29"/>
          <p:cNvSpPr/>
          <p:nvPr/>
        </p:nvSpPr>
        <p:spPr>
          <a:xfrm flipV="1">
            <a:off x="3200400" y="2029968"/>
            <a:ext cx="1005840" cy="3116275"/>
          </a:xfrm>
          <a:prstGeom prst="line">
            <a:avLst/>
          </a:prstGeom>
          <a:noFill/>
          <a:ln w="9525">
            <a:solidFill>
              <a:srgbClr val="FF6B7A">
                <a:alpha val="42000"/>
              </a:srgbClr>
            </a:solidFill>
            <a:prstDash val="solid"/>
          </a:ln>
        </p:spPr>
      </p:sp>
      <p:sp>
        <p:nvSpPr>
          <p:cNvPr id="32" name="Shape 30"/>
          <p:cNvSpPr/>
          <p:nvPr/>
        </p:nvSpPr>
        <p:spPr>
          <a:xfrm flipV="1">
            <a:off x="3200400" y="2809037"/>
            <a:ext cx="1005840" cy="2337206"/>
          </a:xfrm>
          <a:prstGeom prst="line">
            <a:avLst/>
          </a:prstGeom>
          <a:noFill/>
          <a:ln w="9525">
            <a:solidFill>
              <a:srgbClr val="FF6B7A">
                <a:alpha val="42000"/>
              </a:srgbClr>
            </a:solidFill>
            <a:prstDash val="solid"/>
          </a:ln>
        </p:spPr>
      </p:sp>
      <p:sp>
        <p:nvSpPr>
          <p:cNvPr id="33" name="Shape 31"/>
          <p:cNvSpPr/>
          <p:nvPr/>
        </p:nvSpPr>
        <p:spPr>
          <a:xfrm flipV="1">
            <a:off x="3200400" y="3588106"/>
            <a:ext cx="1005840" cy="1558138"/>
          </a:xfrm>
          <a:prstGeom prst="line">
            <a:avLst/>
          </a:prstGeom>
          <a:noFill/>
          <a:ln w="9525">
            <a:solidFill>
              <a:srgbClr val="FF6B7A">
                <a:alpha val="42000"/>
              </a:srgbClr>
            </a:solidFill>
            <a:prstDash val="solid"/>
          </a:ln>
        </p:spPr>
      </p:sp>
      <p:sp>
        <p:nvSpPr>
          <p:cNvPr id="34" name="Shape 32"/>
          <p:cNvSpPr/>
          <p:nvPr/>
        </p:nvSpPr>
        <p:spPr>
          <a:xfrm flipV="1">
            <a:off x="3200400" y="4367174"/>
            <a:ext cx="1005840" cy="779069"/>
          </a:xfrm>
          <a:prstGeom prst="line">
            <a:avLst/>
          </a:prstGeom>
          <a:noFill/>
          <a:ln w="9525">
            <a:solidFill>
              <a:srgbClr val="FF6B7A">
                <a:alpha val="42000"/>
              </a:srgbClr>
            </a:solidFill>
            <a:prstDash val="solid"/>
          </a:ln>
        </p:spPr>
      </p:sp>
      <p:sp>
        <p:nvSpPr>
          <p:cNvPr id="35" name="Shape 33"/>
          <p:cNvSpPr/>
          <p:nvPr/>
        </p:nvSpPr>
        <p:spPr>
          <a:xfrm>
            <a:off x="3200400" y="5146243"/>
            <a:ext cx="1005840" cy="3658"/>
          </a:xfrm>
          <a:prstGeom prst="line">
            <a:avLst/>
          </a:prstGeom>
          <a:noFill/>
          <a:ln w="9525">
            <a:solidFill>
              <a:srgbClr val="FF6B7A">
                <a:alpha val="42000"/>
              </a:srgbClr>
            </a:solidFill>
            <a:prstDash val="solid"/>
          </a:ln>
        </p:spPr>
      </p:sp>
      <p:sp>
        <p:nvSpPr>
          <p:cNvPr id="36" name="Shape 34"/>
          <p:cNvSpPr/>
          <p:nvPr/>
        </p:nvSpPr>
        <p:spPr>
          <a:xfrm>
            <a:off x="3200400" y="5146243"/>
            <a:ext cx="1005840" cy="779069"/>
          </a:xfrm>
          <a:prstGeom prst="line">
            <a:avLst/>
          </a:prstGeom>
          <a:noFill/>
          <a:ln w="9525">
            <a:solidFill>
              <a:srgbClr val="FF6B7A">
                <a:alpha val="42000"/>
              </a:srgbClr>
            </a:solidFill>
            <a:prstDash val="solid"/>
          </a:ln>
        </p:spPr>
      </p:sp>
      <p:sp>
        <p:nvSpPr>
          <p:cNvPr id="37" name="Text 35"/>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8" name="Shape 36"/>
          <p:cNvSpPr/>
          <p:nvPr/>
        </p:nvSpPr>
        <p:spPr>
          <a:xfrm>
            <a:off x="457200" y="1691640"/>
            <a:ext cx="2743200" cy="676656"/>
          </a:xfrm>
          <a:prstGeom prst="roundRect">
            <a:avLst>
              <a:gd name="adj" fmla="val 8108"/>
            </a:avLst>
          </a:prstGeom>
          <a:solidFill>
            <a:srgbClr val="121B2D"/>
          </a:solidFill>
          <a:ln w="12700">
            <a:solidFill>
              <a:srgbClr val="23304A"/>
            </a:solidFill>
            <a:prstDash val="solid"/>
          </a:ln>
        </p:spPr>
      </p:sp>
      <p:sp>
        <p:nvSpPr>
          <p:cNvPr id="39" name="Text 37"/>
          <p:cNvSpPr/>
          <p:nvPr/>
        </p:nvSpPr>
        <p:spPr>
          <a:xfrm>
            <a:off x="640080" y="1691640"/>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40" name="Shape 38"/>
          <p:cNvSpPr/>
          <p:nvPr/>
        </p:nvSpPr>
        <p:spPr>
          <a:xfrm>
            <a:off x="457200" y="2470709"/>
            <a:ext cx="2743200" cy="676656"/>
          </a:xfrm>
          <a:prstGeom prst="roundRect">
            <a:avLst>
              <a:gd name="adj" fmla="val 8108"/>
            </a:avLst>
          </a:prstGeom>
          <a:solidFill>
            <a:srgbClr val="121B2D"/>
          </a:solidFill>
          <a:ln w="12700">
            <a:solidFill>
              <a:srgbClr val="23304A"/>
            </a:solidFill>
            <a:prstDash val="solid"/>
          </a:ln>
        </p:spPr>
      </p:sp>
      <p:sp>
        <p:nvSpPr>
          <p:cNvPr id="41" name="Text 39"/>
          <p:cNvSpPr/>
          <p:nvPr/>
        </p:nvSpPr>
        <p:spPr>
          <a:xfrm>
            <a:off x="640080" y="2470709"/>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42" name="Shape 40"/>
          <p:cNvSpPr/>
          <p:nvPr/>
        </p:nvSpPr>
        <p:spPr>
          <a:xfrm>
            <a:off x="457200" y="3249778"/>
            <a:ext cx="2743200" cy="676656"/>
          </a:xfrm>
          <a:prstGeom prst="roundRect">
            <a:avLst>
              <a:gd name="adj" fmla="val 8108"/>
            </a:avLst>
          </a:prstGeom>
          <a:solidFill>
            <a:srgbClr val="121B2D"/>
          </a:solidFill>
          <a:ln w="12700">
            <a:solidFill>
              <a:srgbClr val="23304A"/>
            </a:solidFill>
            <a:prstDash val="solid"/>
          </a:ln>
        </p:spPr>
      </p:sp>
      <p:sp>
        <p:nvSpPr>
          <p:cNvPr id="43" name="Text 41"/>
          <p:cNvSpPr/>
          <p:nvPr/>
        </p:nvSpPr>
        <p:spPr>
          <a:xfrm>
            <a:off x="640080" y="3249778"/>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44" name="Shape 42"/>
          <p:cNvSpPr/>
          <p:nvPr/>
        </p:nvSpPr>
        <p:spPr>
          <a:xfrm>
            <a:off x="457200" y="4028846"/>
            <a:ext cx="2743200" cy="676656"/>
          </a:xfrm>
          <a:prstGeom prst="roundRect">
            <a:avLst>
              <a:gd name="adj" fmla="val 8108"/>
            </a:avLst>
          </a:prstGeom>
          <a:solidFill>
            <a:srgbClr val="121B2D"/>
          </a:solidFill>
          <a:ln w="12700">
            <a:solidFill>
              <a:srgbClr val="23304A"/>
            </a:solidFill>
            <a:prstDash val="solid"/>
          </a:ln>
        </p:spPr>
      </p:sp>
      <p:sp>
        <p:nvSpPr>
          <p:cNvPr id="45" name="Text 43"/>
          <p:cNvSpPr/>
          <p:nvPr/>
        </p:nvSpPr>
        <p:spPr>
          <a:xfrm>
            <a:off x="640080" y="4028846"/>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6" name="Shape 44"/>
          <p:cNvSpPr/>
          <p:nvPr/>
        </p:nvSpPr>
        <p:spPr>
          <a:xfrm>
            <a:off x="457200" y="4807915"/>
            <a:ext cx="2743200" cy="676656"/>
          </a:xfrm>
          <a:prstGeom prst="roundRect">
            <a:avLst>
              <a:gd name="adj" fmla="val 8108"/>
            </a:avLst>
          </a:prstGeom>
          <a:solidFill>
            <a:srgbClr val="121B2D"/>
          </a:solidFill>
          <a:ln w="12700">
            <a:solidFill>
              <a:srgbClr val="23304A"/>
            </a:solidFill>
            <a:prstDash val="solid"/>
          </a:ln>
        </p:spPr>
      </p:sp>
      <p:sp>
        <p:nvSpPr>
          <p:cNvPr id="47" name="Text 45"/>
          <p:cNvSpPr/>
          <p:nvPr/>
        </p:nvSpPr>
        <p:spPr>
          <a:xfrm>
            <a:off x="640080" y="4807915"/>
            <a:ext cx="2377440" cy="676656"/>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8" name="Text 46"/>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9" name="Shape 47"/>
          <p:cNvSpPr/>
          <p:nvPr/>
        </p:nvSpPr>
        <p:spPr>
          <a:xfrm>
            <a:off x="4206240" y="1691640"/>
            <a:ext cx="2743200" cy="676656"/>
          </a:xfrm>
          <a:prstGeom prst="roundRect">
            <a:avLst>
              <a:gd name="adj" fmla="val 8108"/>
            </a:avLst>
          </a:prstGeom>
          <a:solidFill>
            <a:srgbClr val="121B2D"/>
          </a:solidFill>
          <a:ln w="12700">
            <a:solidFill>
              <a:srgbClr val="23304A"/>
            </a:solidFill>
            <a:prstDash val="solid"/>
          </a:ln>
        </p:spPr>
      </p:sp>
      <p:sp>
        <p:nvSpPr>
          <p:cNvPr id="50" name="Text 48"/>
          <p:cNvSpPr/>
          <p:nvPr/>
        </p:nvSpPr>
        <p:spPr>
          <a:xfrm>
            <a:off x="4389120" y="1691640"/>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51" name="Shape 49"/>
          <p:cNvSpPr/>
          <p:nvPr/>
        </p:nvSpPr>
        <p:spPr>
          <a:xfrm>
            <a:off x="4206240" y="2470709"/>
            <a:ext cx="2743200" cy="676656"/>
          </a:xfrm>
          <a:prstGeom prst="roundRect">
            <a:avLst>
              <a:gd name="adj" fmla="val 8108"/>
            </a:avLst>
          </a:prstGeom>
          <a:solidFill>
            <a:srgbClr val="121B2D"/>
          </a:solidFill>
          <a:ln w="12700">
            <a:solidFill>
              <a:srgbClr val="23304A"/>
            </a:solidFill>
            <a:prstDash val="solid"/>
          </a:ln>
        </p:spPr>
      </p:sp>
      <p:sp>
        <p:nvSpPr>
          <p:cNvPr id="52" name="Text 50"/>
          <p:cNvSpPr/>
          <p:nvPr/>
        </p:nvSpPr>
        <p:spPr>
          <a:xfrm>
            <a:off x="4389120" y="2470709"/>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53" name="Shape 51"/>
          <p:cNvSpPr/>
          <p:nvPr/>
        </p:nvSpPr>
        <p:spPr>
          <a:xfrm>
            <a:off x="4206240" y="3249778"/>
            <a:ext cx="2743200" cy="676656"/>
          </a:xfrm>
          <a:prstGeom prst="roundRect">
            <a:avLst>
              <a:gd name="adj" fmla="val 8108"/>
            </a:avLst>
          </a:prstGeom>
          <a:solidFill>
            <a:srgbClr val="121B2D"/>
          </a:solidFill>
          <a:ln w="12700">
            <a:solidFill>
              <a:srgbClr val="23304A"/>
            </a:solidFill>
            <a:prstDash val="solid"/>
          </a:ln>
        </p:spPr>
      </p:sp>
      <p:sp>
        <p:nvSpPr>
          <p:cNvPr id="54" name="Text 52"/>
          <p:cNvSpPr/>
          <p:nvPr/>
        </p:nvSpPr>
        <p:spPr>
          <a:xfrm>
            <a:off x="4389120" y="3249778"/>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5" name="Shape 53"/>
          <p:cNvSpPr/>
          <p:nvPr/>
        </p:nvSpPr>
        <p:spPr>
          <a:xfrm>
            <a:off x="4206240" y="4028846"/>
            <a:ext cx="2743200" cy="676656"/>
          </a:xfrm>
          <a:prstGeom prst="roundRect">
            <a:avLst>
              <a:gd name="adj" fmla="val 8108"/>
            </a:avLst>
          </a:prstGeom>
          <a:solidFill>
            <a:srgbClr val="121B2D"/>
          </a:solidFill>
          <a:ln w="12700">
            <a:solidFill>
              <a:srgbClr val="23304A"/>
            </a:solidFill>
            <a:prstDash val="solid"/>
          </a:ln>
        </p:spPr>
      </p:sp>
      <p:sp>
        <p:nvSpPr>
          <p:cNvPr id="56" name="Text 54"/>
          <p:cNvSpPr/>
          <p:nvPr/>
        </p:nvSpPr>
        <p:spPr>
          <a:xfrm>
            <a:off x="4389120" y="4028846"/>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7" name="Shape 55"/>
          <p:cNvSpPr/>
          <p:nvPr/>
        </p:nvSpPr>
        <p:spPr>
          <a:xfrm>
            <a:off x="4206240" y="4807915"/>
            <a:ext cx="2743200" cy="676656"/>
          </a:xfrm>
          <a:prstGeom prst="roundRect">
            <a:avLst>
              <a:gd name="adj" fmla="val 8108"/>
            </a:avLst>
          </a:prstGeom>
          <a:solidFill>
            <a:srgbClr val="121B2D"/>
          </a:solidFill>
          <a:ln w="12700">
            <a:solidFill>
              <a:srgbClr val="23304A"/>
            </a:solidFill>
            <a:prstDash val="solid"/>
          </a:ln>
        </p:spPr>
      </p:sp>
      <p:sp>
        <p:nvSpPr>
          <p:cNvPr id="58" name="Text 56"/>
          <p:cNvSpPr/>
          <p:nvPr/>
        </p:nvSpPr>
        <p:spPr>
          <a:xfrm>
            <a:off x="4389120" y="4807915"/>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9" name="Shape 57"/>
          <p:cNvSpPr/>
          <p:nvPr/>
        </p:nvSpPr>
        <p:spPr>
          <a:xfrm>
            <a:off x="4206240" y="5586984"/>
            <a:ext cx="2743200" cy="676656"/>
          </a:xfrm>
          <a:prstGeom prst="roundRect">
            <a:avLst>
              <a:gd name="adj" fmla="val 8108"/>
            </a:avLst>
          </a:prstGeom>
          <a:solidFill>
            <a:srgbClr val="121B2D"/>
          </a:solidFill>
          <a:ln w="12700">
            <a:solidFill>
              <a:srgbClr val="23304A"/>
            </a:solidFill>
            <a:prstDash val="solid"/>
          </a:ln>
        </p:spPr>
      </p:sp>
      <p:sp>
        <p:nvSpPr>
          <p:cNvPr id="60" name="Text 58"/>
          <p:cNvSpPr/>
          <p:nvPr/>
        </p:nvSpPr>
        <p:spPr>
          <a:xfrm>
            <a:off x="4389120" y="5586984"/>
            <a:ext cx="2377440" cy="676656"/>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Databricks</a:t>
            </a:r>
            <a:endParaRPr lang="en-US" sz="1300" dirty="0"/>
          </a:p>
        </p:txBody>
      </p:sp>
      <p:sp>
        <p:nvSpPr>
          <p:cNvPr id="61" name="Shape 59"/>
          <p:cNvSpPr/>
          <p:nvPr/>
        </p:nvSpPr>
        <p:spPr>
          <a:xfrm>
            <a:off x="7315200" y="1234440"/>
            <a:ext cx="4419295" cy="5029200"/>
          </a:xfrm>
          <a:prstGeom prst="roundRect">
            <a:avLst>
              <a:gd name="adj" fmla="val 1241"/>
            </a:avLst>
          </a:prstGeom>
          <a:solidFill>
            <a:srgbClr val="121B2D"/>
          </a:solidFill>
          <a:ln w="12700">
            <a:solidFill>
              <a:srgbClr val="23304A"/>
            </a:solidFill>
            <a:prstDash val="solid"/>
          </a:ln>
        </p:spPr>
      </p:sp>
      <p:sp>
        <p:nvSpPr>
          <p:cNvPr id="62" name="Shape 60"/>
          <p:cNvSpPr/>
          <p:nvPr/>
        </p:nvSpPr>
        <p:spPr>
          <a:xfrm>
            <a:off x="7315200" y="1234440"/>
            <a:ext cx="4419295" cy="45720"/>
          </a:xfrm>
          <a:prstGeom prst="rect">
            <a:avLst/>
          </a:prstGeom>
          <a:solidFill>
            <a:srgbClr val="FF6B7A"/>
          </a:solidFill>
          <a:ln w="12700">
            <a:solidFill>
              <a:srgbClr val="FF6B7A"/>
            </a:solidFill>
            <a:prstDash val="solid"/>
          </a:ln>
        </p:spPr>
      </p:sp>
      <p:sp>
        <p:nvSpPr>
          <p:cNvPr id="63" name="Text 61"/>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64" name="Text 62"/>
          <p:cNvSpPr/>
          <p:nvPr/>
        </p:nvSpPr>
        <p:spPr>
          <a:xfrm>
            <a:off x="7534656" y="1783080"/>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65" name="Shape 63"/>
          <p:cNvSpPr/>
          <p:nvPr/>
        </p:nvSpPr>
        <p:spPr>
          <a:xfrm>
            <a:off x="7534656" y="2638958"/>
            <a:ext cx="3980383" cy="9144"/>
          </a:xfrm>
          <a:prstGeom prst="rect">
            <a:avLst/>
          </a:prstGeom>
          <a:solidFill>
            <a:srgbClr val="23304A"/>
          </a:solidFill>
          <a:ln w="12700">
            <a:solidFill>
              <a:srgbClr val="23304A"/>
            </a:solidFill>
            <a:prstDash val="solid"/>
          </a:ln>
        </p:spPr>
      </p:sp>
      <p:sp>
        <p:nvSpPr>
          <p:cNvPr id="66" name="Text 64"/>
          <p:cNvSpPr/>
          <p:nvPr/>
        </p:nvSpPr>
        <p:spPr>
          <a:xfrm>
            <a:off x="7534656" y="2675534"/>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7" name="Shape 65"/>
          <p:cNvSpPr/>
          <p:nvPr/>
        </p:nvSpPr>
        <p:spPr>
          <a:xfrm>
            <a:off x="7534656" y="3531413"/>
            <a:ext cx="3980383" cy="9144"/>
          </a:xfrm>
          <a:prstGeom prst="rect">
            <a:avLst/>
          </a:prstGeom>
          <a:solidFill>
            <a:srgbClr val="23304A"/>
          </a:solidFill>
          <a:ln w="12700">
            <a:solidFill>
              <a:srgbClr val="23304A"/>
            </a:solidFill>
            <a:prstDash val="solid"/>
          </a:ln>
        </p:spPr>
      </p:sp>
      <p:sp>
        <p:nvSpPr>
          <p:cNvPr id="68" name="Text 66"/>
          <p:cNvSpPr/>
          <p:nvPr/>
        </p:nvSpPr>
        <p:spPr>
          <a:xfrm>
            <a:off x="7534656" y="3567989"/>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9" name="Shape 67"/>
          <p:cNvSpPr/>
          <p:nvPr/>
        </p:nvSpPr>
        <p:spPr>
          <a:xfrm>
            <a:off x="7534656" y="4423867"/>
            <a:ext cx="3980383" cy="9144"/>
          </a:xfrm>
          <a:prstGeom prst="rect">
            <a:avLst/>
          </a:prstGeom>
          <a:solidFill>
            <a:srgbClr val="23304A"/>
          </a:solidFill>
          <a:ln w="12700">
            <a:solidFill>
              <a:srgbClr val="23304A"/>
            </a:solidFill>
            <a:prstDash val="solid"/>
          </a:ln>
        </p:spPr>
      </p:sp>
      <p:sp>
        <p:nvSpPr>
          <p:cNvPr id="70" name="Text 68"/>
          <p:cNvSpPr/>
          <p:nvPr/>
        </p:nvSpPr>
        <p:spPr>
          <a:xfrm>
            <a:off x="7534656" y="4460443"/>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71" name="Shape 69"/>
          <p:cNvSpPr/>
          <p:nvPr/>
        </p:nvSpPr>
        <p:spPr>
          <a:xfrm>
            <a:off x="7534656" y="5316322"/>
            <a:ext cx="3980383" cy="9144"/>
          </a:xfrm>
          <a:prstGeom prst="rect">
            <a:avLst/>
          </a:prstGeom>
          <a:solidFill>
            <a:srgbClr val="23304A"/>
          </a:solidFill>
          <a:ln w="12700">
            <a:solidFill>
              <a:srgbClr val="23304A"/>
            </a:solidFill>
            <a:prstDash val="solid"/>
          </a:ln>
        </p:spPr>
      </p:sp>
      <p:sp>
        <p:nvSpPr>
          <p:cNvPr id="72" name="Text 70"/>
          <p:cNvSpPr/>
          <p:nvPr/>
        </p:nvSpPr>
        <p:spPr>
          <a:xfrm>
            <a:off x="7534656" y="5352898"/>
            <a:ext cx="3980383" cy="83759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1495</TotalTime>
  <Words>5685</Words>
  <Application>Microsoft Office PowerPoint</Application>
  <PresentationFormat>מסך רחב</PresentationFormat>
  <Paragraphs>905</Paragraphs>
  <Slides>38</Slides>
  <Notes>38</Notes>
  <HiddenSlides>1</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38</vt:i4>
      </vt:variant>
    </vt:vector>
  </HeadingPairs>
  <TitlesOfParts>
    <vt:vector size="43" baseType="lpstr">
      <vt:lpstr>Aptos</vt:lpstr>
      <vt:lpstr>Arial</vt:lpstr>
      <vt:lpstr>Calibri</vt:lpstr>
      <vt:lpstr>Cambria</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23</cp:revision>
  <dcterms:created xsi:type="dcterms:W3CDTF">2026-08-17T09:02:17Z</dcterms:created>
  <dcterms:modified xsi:type="dcterms:W3CDTF">2026-08-18T15:19:28Z</dcterms:modified>
</cp:coreProperties>
</file>
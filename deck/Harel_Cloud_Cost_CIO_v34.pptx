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$2.9M annualised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+19.7%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1" name="Text 19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~$2.9M consumption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51460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2026-08-16T18:31:27Z</dcterms:created>
  <dcterms:modified xsi:type="dcterms:W3CDTF">2026-08-16T18:31:27Z</dcterms:modified>
</cp:coreProperties>
</file>
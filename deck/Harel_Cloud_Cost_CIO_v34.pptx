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3938869"/>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3938869"/>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3938869"/>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030309"/>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231477"/>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633813"/>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84302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84302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84302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9344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1356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5379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100041"/>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100041"/>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100041"/>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91481"/>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92649"/>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94985"/>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2026-08-19T19:39:32Z</dcterms:created>
  <dcterms:modified xsi:type="dcterms:W3CDTF">2026-08-19T19:39:32Z</dcterms:modified>
</cp:coreProperties>
</file>
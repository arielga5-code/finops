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Copilot Studio (Cowork)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 Foundry Models, Foundry Tools, GitHub Copilot and
Copilot Studio.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 owner, application, environment, cost centre, business
unit —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 you can
then neither limit nor attribute.
HARD LIMITS IN APIM —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 inference needs somewhere to run —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 Opus 5 · Sonnet 4.6 · Haiku 4.5 ·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Copilot Studio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Copilot Studio credits appear for the first time in July at $8,919 —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COPILOT STUDIO,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Copilot Studio,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2026-08-17T20:00:56Z</dcterms:created>
  <dcterms:modified xsi:type="dcterms:W3CDTF">2026-08-17T20:00:56Z</dcterms:modified>
</cp:coreProperties>
</file>
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6.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7.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9.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9.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20.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Copilot Studio (Cowork)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 Foundry Models, Foundry Tools, GitHub Copilot and
Copilot Studio.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Copilot Studio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 owner, application, environment, cost centre, business
unit —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  July consumption ×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 projected $5.8M by December. That number carried a 13.3% monthly rate measured across May–July alone, and May was the softest month of the year. Over the full seven months the pace is 3.2% a month, which puts December at $4.0M. Same estate, same data, longer window.</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Jan→Jul</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 the only window with project-level meter splits. $152,402 of AI meter spend across tagged projects.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 inference needs somewhere to run —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 ahead of Foundry Models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 July Bedrock consumption, two sources</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 Opus 5 · Sonnet 4.6 · Haiku 4.5 ·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Azure buys 59% at a discount — AWS buys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 the single biggest lever on unit cost.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 19% of annualised consumption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 its logs are the financial record.</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 so it never reaches a provider inside the enterprise network.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100" b="1" spc="80" kern="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 only a policy.</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Copilot Studio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 and the best candidate for reservations.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 a flat,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 API Management and VMs are the two largest lines.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 models need somewhere to run —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 Opus 5 appears in July —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Copilot Studio credits appear for the first time in July at $8,919 —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COPILOT STUDIO,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Copilot Studio,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2026-08-17T04:49:12Z</dcterms:created>
  <dcterms:modified xsi:type="dcterms:W3CDTF">2026-08-17T04:49:12Z</dcterms:modified>
</cp:coreProperties>
</file>
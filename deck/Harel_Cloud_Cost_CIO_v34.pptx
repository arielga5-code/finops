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 projected $5.8M by December. That number carried a 13.3% monthly rate measured across May–July alone, and May was the softest month of the year. Over the full seven months the pace is 3.2% a month, which puts December at $4.0M. Same estate, same data, longer window.</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2026-08-17T08:27:40Z</dcterms:created>
  <dcterms:modified xsi:type="dcterms:W3CDTF">2026-08-17T08:27:40Z</dcterms:modified>
</cp:coreProperties>
</file>
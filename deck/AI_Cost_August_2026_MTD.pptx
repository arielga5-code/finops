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52044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59359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59359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52044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408736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416052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416052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408736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76330"/>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56964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56964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56964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2026-09-22T17:12:12Z</dcterms:created>
  <dcterms:modified xsi:type="dcterms:W3CDTF">2026-09-22T17:12:12Z</dcterms:modified>
</cp:coreProperties>
</file>
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Adopt the one-page policy</a:t>
            </a:r>
            <a:endParaRPr lang="en-US" sz="2100" dirty="0"/>
          </a:p>
        </p:txBody>
      </p:sp>
      <p:sp>
        <p:nvSpPr>
          <p:cNvPr id="10" name="Text 8"/>
          <p:cNvSpPr/>
          <p:nvPr/>
        </p:nvSpPr>
        <p:spPr>
          <a:xfrm>
            <a:off x="1115568"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As the default for every team building on AI.</a:t>
            </a:r>
            <a:endParaRPr lang="en-US" sz="1600" dirty="0"/>
          </a:p>
        </p:txBody>
      </p:sp>
      <p:sp>
        <p:nvSpPr>
          <p:cNvPr id="11" name="Shape 9"/>
          <p:cNvSpPr/>
          <p:nvPr/>
        </p:nvSpPr>
        <p:spPr>
          <a:xfrm>
            <a:off x="457200" y="2610612"/>
            <a:ext cx="512064" cy="512064"/>
          </a:xfrm>
          <a:prstGeom prst="ellipse">
            <a:avLst/>
          </a:prstGeom>
          <a:solidFill>
            <a:srgbClr val="121B2D"/>
          </a:solidFill>
          <a:ln w="15875">
            <a:solidFill>
              <a:srgbClr val="3DD9EB"/>
            </a:solidFill>
            <a:prstDash val="solid"/>
          </a:ln>
        </p:spPr>
      </p:sp>
      <p:sp>
        <p:nvSpPr>
          <p:cNvPr id="12" name="Text 10"/>
          <p:cNvSpPr/>
          <p:nvPr/>
        </p:nvSpPr>
        <p:spPr>
          <a:xfrm>
            <a:off x="457200"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3" name="Text 11"/>
          <p:cNvSpPr/>
          <p:nvPr/>
        </p:nvSpPr>
        <p:spPr>
          <a:xfrm>
            <a:off x="1115568"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Set the tier default</a:t>
            </a:r>
            <a:endParaRPr lang="en-US" sz="2100" dirty="0"/>
          </a:p>
        </p:txBody>
      </p:sp>
      <p:sp>
        <p:nvSpPr>
          <p:cNvPr id="14" name="Text 12"/>
          <p:cNvSpPr/>
          <p:nvPr/>
        </p:nvSpPr>
        <p:spPr>
          <a:xfrm>
            <a:off x="1115568"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600" dirty="0"/>
          </a:p>
        </p:txBody>
      </p:sp>
      <p:sp>
        <p:nvSpPr>
          <p:cNvPr id="15" name="Shape 13"/>
          <p:cNvSpPr/>
          <p:nvPr/>
        </p:nvSpPr>
        <p:spPr>
          <a:xfrm>
            <a:off x="457200" y="3703320"/>
            <a:ext cx="512064" cy="512064"/>
          </a:xfrm>
          <a:prstGeom prst="ellipse">
            <a:avLst/>
          </a:prstGeom>
          <a:solidFill>
            <a:srgbClr val="121B2D"/>
          </a:solidFill>
          <a:ln w="15875">
            <a:solidFill>
              <a:srgbClr val="3DD9EB"/>
            </a:solidFill>
            <a:prstDash val="solid"/>
          </a:ln>
        </p:spPr>
      </p:sp>
      <p:sp>
        <p:nvSpPr>
          <p:cNvPr id="16" name="Text 14"/>
          <p:cNvSpPr/>
          <p:nvPr/>
        </p:nvSpPr>
        <p:spPr>
          <a:xfrm>
            <a:off x="457200"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1115568"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Mandate caching</a:t>
            </a:r>
            <a:endParaRPr lang="en-US" sz="2100" dirty="0"/>
          </a:p>
        </p:txBody>
      </p:sp>
      <p:sp>
        <p:nvSpPr>
          <p:cNvPr id="18" name="Text 16"/>
          <p:cNvSpPr/>
          <p:nvPr/>
        </p:nvSpPr>
        <p:spPr>
          <a:xfrm>
            <a:off x="1115568"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600" dirty="0"/>
          </a:p>
        </p:txBody>
      </p:sp>
      <p:sp>
        <p:nvSpPr>
          <p:cNvPr id="19" name="Shape 17"/>
          <p:cNvSpPr/>
          <p:nvPr/>
        </p:nvSpPr>
        <p:spPr>
          <a:xfrm>
            <a:off x="6278728" y="1517904"/>
            <a:ext cx="512064" cy="512064"/>
          </a:xfrm>
          <a:prstGeom prst="ellipse">
            <a:avLst/>
          </a:prstGeom>
          <a:solidFill>
            <a:srgbClr val="121B2D"/>
          </a:solidFill>
          <a:ln w="15875">
            <a:solidFill>
              <a:srgbClr val="3DD9EB"/>
            </a:solidFill>
            <a:prstDash val="solid"/>
          </a:ln>
        </p:spPr>
      </p:sp>
      <p:sp>
        <p:nvSpPr>
          <p:cNvPr id="20" name="Text 18"/>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6937096"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Batch by default</a:t>
            </a:r>
            <a:endParaRPr lang="en-US" sz="2100" dirty="0"/>
          </a:p>
        </p:txBody>
      </p:sp>
      <p:sp>
        <p:nvSpPr>
          <p:cNvPr id="22" name="Text 20"/>
          <p:cNvSpPr/>
          <p:nvPr/>
        </p:nvSpPr>
        <p:spPr>
          <a:xfrm>
            <a:off x="6937096"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Anything not needed in seconds goes to the batch API.</a:t>
            </a:r>
            <a:endParaRPr lang="en-US" sz="1600" dirty="0"/>
          </a:p>
        </p:txBody>
      </p:sp>
      <p:sp>
        <p:nvSpPr>
          <p:cNvPr id="23" name="Shape 21"/>
          <p:cNvSpPr/>
          <p:nvPr/>
        </p:nvSpPr>
        <p:spPr>
          <a:xfrm>
            <a:off x="6278728" y="2610612"/>
            <a:ext cx="512064" cy="512064"/>
          </a:xfrm>
          <a:prstGeom prst="ellipse">
            <a:avLst/>
          </a:prstGeom>
          <a:solidFill>
            <a:srgbClr val="121B2D"/>
          </a:solidFill>
          <a:ln w="15875">
            <a:solidFill>
              <a:srgbClr val="3DD9EB"/>
            </a:solidFill>
            <a:prstDash val="solid"/>
          </a:ln>
        </p:spPr>
      </p:sp>
      <p:sp>
        <p:nvSpPr>
          <p:cNvPr id="24" name="Text 22"/>
          <p:cNvSpPr/>
          <p:nvPr/>
        </p:nvSpPr>
        <p:spPr>
          <a:xfrm>
            <a:off x="6278728"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5</a:t>
            </a:r>
            <a:endParaRPr lang="en-US" sz="2000" dirty="0"/>
          </a:p>
        </p:txBody>
      </p:sp>
      <p:sp>
        <p:nvSpPr>
          <p:cNvPr id="25" name="Text 23"/>
          <p:cNvSpPr/>
          <p:nvPr/>
        </p:nvSpPr>
        <p:spPr>
          <a:xfrm>
            <a:off x="6937096"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Monthly Copilot review</a:t>
            </a:r>
            <a:endParaRPr lang="en-US" sz="2100" dirty="0"/>
          </a:p>
        </p:txBody>
      </p:sp>
      <p:sp>
        <p:nvSpPr>
          <p:cNvPr id="26" name="Text 24"/>
          <p:cNvSpPr/>
          <p:nvPr/>
        </p:nvSpPr>
        <p:spPr>
          <a:xfrm>
            <a:off x="6937096"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600" dirty="0"/>
          </a:p>
        </p:txBody>
      </p:sp>
      <p:sp>
        <p:nvSpPr>
          <p:cNvPr id="27" name="Shape 25"/>
          <p:cNvSpPr/>
          <p:nvPr/>
        </p:nvSpPr>
        <p:spPr>
          <a:xfrm>
            <a:off x="6278728" y="3703320"/>
            <a:ext cx="512064" cy="512064"/>
          </a:xfrm>
          <a:prstGeom prst="ellipse">
            <a:avLst/>
          </a:prstGeom>
          <a:solidFill>
            <a:srgbClr val="121B2D"/>
          </a:solidFill>
          <a:ln w="15875">
            <a:solidFill>
              <a:srgbClr val="3DD9EB"/>
            </a:solidFill>
            <a:prstDash val="solid"/>
          </a:ln>
        </p:spPr>
      </p:sp>
      <p:sp>
        <p:nvSpPr>
          <p:cNvPr id="28" name="Text 26"/>
          <p:cNvSpPr/>
          <p:nvPr/>
        </p:nvSpPr>
        <p:spPr>
          <a:xfrm>
            <a:off x="6278728"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6</a:t>
            </a:r>
            <a:endParaRPr lang="en-US" sz="2000" dirty="0"/>
          </a:p>
        </p:txBody>
      </p:sp>
      <p:sp>
        <p:nvSpPr>
          <p:cNvPr id="29" name="Text 27"/>
          <p:cNvSpPr/>
          <p:nvPr/>
        </p:nvSpPr>
        <p:spPr>
          <a:xfrm>
            <a:off x="6937096"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Name an owner per platform</a:t>
            </a:r>
            <a:endParaRPr lang="en-US" sz="2100" dirty="0"/>
          </a:p>
        </p:txBody>
      </p:sp>
      <p:sp>
        <p:nvSpPr>
          <p:cNvPr id="30" name="Text 28"/>
          <p:cNvSpPr/>
          <p:nvPr/>
        </p:nvSpPr>
        <p:spPr>
          <a:xfrm>
            <a:off x="6937096"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Bedrock, Copilot and Foundry each need one.</a:t>
            </a:r>
            <a:endParaRPr lang="en-US" sz="1600" dirty="0"/>
          </a:p>
        </p:txBody>
      </p:sp>
      <p:sp>
        <p:nvSpPr>
          <p:cNvPr id="31" name="Shape 29"/>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32" name="Text 30"/>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Reassess before 31 August 2026</a:t>
            </a:r>
            <a:endParaRPr lang="en-US" sz="2200" dirty="0"/>
          </a:p>
        </p:txBody>
      </p:sp>
      <p:sp>
        <p:nvSpPr>
          <p:cNvPr id="33" name="Text 31"/>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2026-09-22T17:12:11Z</dcterms:created>
  <dcterms:modified xsi:type="dcterms:W3CDTF">2026-09-22T17:12:11Z</dcterms:modified>
</cp:coreProperties>
</file>
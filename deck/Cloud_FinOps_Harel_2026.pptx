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46227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505663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97433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616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7939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737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9145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687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616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7939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737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9145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46227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505663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97433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0148" y="1188720"/>
            <a:ext cx="552434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1316" y="1298448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1316" y="1481328"/>
            <a:ext cx="5122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11316" y="1901952"/>
            <a:ext cx="51220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2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424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58368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58368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292498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93666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493666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4493666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127797" y="5015484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328965" y="51252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328965" y="5308092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8328965" y="57287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9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3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869680" y="1234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70848" y="1344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070848" y="1527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9070848" y="1947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69680" y="2377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70848" y="2487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70848" y="2670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9070848" y="3090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69680" y="3520440"/>
            <a:ext cx="28648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70848" y="3630168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070848" y="3813048"/>
            <a:ext cx="2462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070848" y="4233672"/>
            <a:ext cx="2462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58368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58368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92498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3666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93666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493666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27797" y="408736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8965" y="419709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8965" y="437997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8965" y="480060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2026-08-16T13:50:57Z</dcterms:created>
  <dcterms:modified xsi:type="dcterms:W3CDTF">2026-08-16T13:50:57Z</dcterms:modified>
</cp:coreProperties>
</file>
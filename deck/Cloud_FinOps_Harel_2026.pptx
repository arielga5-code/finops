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9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3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44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070848" y="1947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2377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487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070848" y="2670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070848" y="3090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869680" y="3520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630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070848" y="3813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9070848" y="4233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58368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92498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93666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493666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127797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28965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28965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2026-08-16T18:31:27Z</dcterms:created>
  <dcterms:modified xsi:type="dcterms:W3CDTF">2026-08-16T18:31:27Z</dcterms:modified>
</cp:coreProperties>
</file>
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…</c:v>
                  </c:pt>
                  <c:pt idx="7">
                    <c:v>F5 Distributed Cloud Services</c:v>
                  </c:pt>
                  <c:pt idx="8">
                    <c:v>CrowdStrike Falcon Identity Prot…</c:v>
                  </c:pt>
                  <c:pt idx="9">
                    <c:v>TrendAI Enterprise Security Solu…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–…</c:v>
                  </c:pt>
                  <c:pt idx="1">
                    <c:v>Elasticsearch – An Azure Native …</c:v>
                  </c:pt>
                  <c:pt idx="2">
                    <c:v>Gem Security-Gem Security</c:v>
                  </c:pt>
                  <c:pt idx="3">
                    <c:v>commvault cloud: backup &amp;recover…</c:v>
                  </c:pt>
                  <c:pt idx="4">
                    <c:v>All other</c:v>
                  </c:pt>
                  <c:pt idx="5">
                    <c:v>commvault cloud: backup &amp;recover…</c:v>
                  </c:pt>
                  <c:pt idx="6">
                    <c:v>Elasticsearch –Search &amp; Vector D…</c:v>
                  </c:pt>
                  <c:pt idx="7">
                    <c:v>Commvault Cloud: Backup &amp; Recove…</c:v>
                  </c:pt>
                  <c:pt idx="8">
                    <c:v>Databricks commit contract - Azu…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·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 ·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·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 —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Jan–Jul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 —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 —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 —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 —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 —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MAY–JUL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 —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·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·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 —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 —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 —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 —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 —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 —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Jan→Jun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·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·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 —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 — AWS and Azure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(Jan–Jul annualised, Marketplace excluded) —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—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·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 —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 —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· WIV.AI ·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·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2026-08-18T09:44:38Z</dcterms:created>
  <dcterms:modified xsi:type="dcterms:W3CDTF">2026-08-18T09:44:38Z</dcterms:modified>
</cp:coreProperties>
</file>
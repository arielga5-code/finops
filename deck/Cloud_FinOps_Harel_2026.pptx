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...</c:v>
                  </c:pt>
                  <c:pt idx="7">
                    <c:v>F5 Distributed Cloud Services</c:v>
                  </c:pt>
                  <c:pt idx="8">
                    <c:v>CrowdStrike Falcon Identity Prot...</c:v>
                  </c:pt>
                  <c:pt idx="9">
                    <c:v>TrendAI Enterprise Security Solu...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–...</c:v>
                  </c:pt>
                  <c:pt idx="1">
                    <c:v>Elasticsearch – An Azure Native ...</c:v>
                  </c:pt>
                  <c:pt idx="2">
                    <c:v>Gem Security-Gem Security</c:v>
                  </c:pt>
                  <c:pt idx="3">
                    <c:v>commvault cloud: backup &amp;recover...</c:v>
                  </c:pt>
                  <c:pt idx="4">
                    <c:v>All other</c:v>
                  </c:pt>
                  <c:pt idx="5">
                    <c:v>commvault cloud: backup &amp;recover...</c:v>
                  </c:pt>
                  <c:pt idx="6">
                    <c:v>Elasticsearch –Search &amp; Vector D...</c:v>
                  </c:pt>
                  <c:pt idx="7">
                    <c:v>Commvault Cloud: Backup &amp; Recove...</c:v>
                  </c:pt>
                  <c:pt idx="8">
                    <c:v>Databricks commit contract - Azu...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/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 /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/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/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Cowork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years,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May.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workload,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network,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estate,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vary, a flat and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stages,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remains,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/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bought,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3938869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030309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231477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633813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3938869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030309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231477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633813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3938869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030309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231477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633813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MAY-JUL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/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dollars,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other,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models.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wrong, since models need somewhere to run,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Tools,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workload,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capacity,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capacity,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month, with Opus 5 appearing in July,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bill,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Cowork credits appear for the first time in July at $8,919,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gateway,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/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1.33,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SageMaker,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savings, AWS and Azure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(Jan-Jul annualised, Marketplace excluded),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renewal,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1.33,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Service,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Europe,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/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FinOps,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WIV.AI,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156497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247937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449105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851441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156497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247937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449105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851441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/ WIV.AI /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156497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247937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449105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851441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/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2026-08-19T19:39:31Z</dcterms:created>
  <dcterms:modified xsi:type="dcterms:W3CDTF">2026-08-19T19:39:31Z</dcterms:modified>
</cp:coreProperties>
</file>
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…</c:v>
                  </c:pt>
                  <c:pt idx="7">
                    <c:v>F5 Distributed Cloud Services</c:v>
                  </c:pt>
                  <c:pt idx="8">
                    <c:v>CrowdStrike Falcon Identity Prot…</c:v>
                  </c:pt>
                  <c:pt idx="9">
                    <c:v>TrendAI Enterprise Security Solu…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–…</c:v>
                  </c:pt>
                  <c:pt idx="1">
                    <c:v>Elasticsearch – An Azure Native …</c:v>
                  </c:pt>
                  <c:pt idx="2">
                    <c:v>Gem Security-Gem Security</c:v>
                  </c:pt>
                  <c:pt idx="3">
                    <c:v>commvault cloud: backup &amp;recover…</c:v>
                  </c:pt>
                  <c:pt idx="4">
                    <c:v>All other</c:v>
                  </c:pt>
                  <c:pt idx="5">
                    <c:v>commvault cloud: backup &amp;recover…</c:v>
                  </c:pt>
                  <c:pt idx="6">
                    <c:v>Elasticsearch –Search &amp; Vector D…</c:v>
                  </c:pt>
                  <c:pt idx="7">
                    <c:v>Commvault Cloud: Backup &amp; Recove…</c:v>
                  </c:pt>
                  <c:pt idx="8">
                    <c:v>Databricks commit contract - Azu…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· FY2026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 · July 2026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· AWS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BILLING ACCOUNT HAREL IL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MARKETPLACE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AZURE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51713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3484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50017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9194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MARKETPLACE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 — read Databricks usage elsewhere in this deck as draw-down, not new spend.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OPSWAT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 — useful as a baseline against everything else in this section.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ACTUARY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Actuary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 — infrastructure, not analytics.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RISK AGILITY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Risk Agility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 — compute is now effectively zero.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 — worth a decision on whether the residual data still needs to be retained.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BASASACH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Basasach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ITSEC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ITSec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INVESTMENTS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Investments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PURCHASE OPTIONS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 — the single biggest lever on unit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DATABRICKS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MAY–JUL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· GCP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March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 — every dollar of GCP growth is AI.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· FINOPS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SOLUGEN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 — a genuinely model-heavy workload.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DOCUMENT INTELLIGENCE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INSAIT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 — until July.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COGNITIVE SEARCH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 — they bill whether or not anyone queries them.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 — worth confirming each index still backs a live use case.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SANDBOX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 — provisioned capacity sitting idle between experiments.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· FINOPS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RECOMMENDATIONS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· consider serverless Databricks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 on several accounts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58368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292498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493666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4493666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27797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328965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8328965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IMPLEMENTED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 — AWS and Azure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(Jan–Jul annualised, Marketplace excluded) — about 16% of the estate is addressable without changing what runs on it.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9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NORTH EUROPE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— monthly cost by service</a:t>
            </a:r>
            <a:endParaRPr lang="en-US" sz="13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44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070848" y="1947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2377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487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9070848" y="2670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070848" y="3090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869680" y="3520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630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070848" y="3813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9070848" y="4233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· משימות, אחראים וסטטוס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 —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 —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58368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292498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493666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493666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· WIV.AI · AWS FinOps agent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127797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328965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328965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286000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2026-08-16T15:49:37Z</dcterms:created>
  <dcterms:modified xsi:type="dcterms:W3CDTF">2026-08-16T15:49:37Z</dcterms:modified>
</cp:coreProperties>
</file>
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3938869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030309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231477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633813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156497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247937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449105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851441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2026-08-19T20:01:20Z</dcterms:created>
  <dcterms:modified xsi:type="dcterms:W3CDTF">2026-08-19T20:01:20Z</dcterms:modified>
</cp:coreProperties>
</file>
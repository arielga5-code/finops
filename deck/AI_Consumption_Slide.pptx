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THREE QUESTIONS: which team, which application, which provider.
  $79,448 over 50 days, 1,290,499 calls.
  $49,323 attributed to a team, 62.1%.
READ IT TOP TO BOTTOM. The three teams at the top are 97% of everything
attributed. Everything below them is small or has no owner.
THE RED ROWS ARE THE POINT.
  unknown, Claude, insait           $2,849  31,457 calls
  (unlabeled), Azure, insait        $2,260  23,227 calls
  (unlabeled), Azure, solugen       $309  17,502 calls
  untagged Bedrock, no team at all  $28,370
  guardrail fees, no team at all    $1,754
Those are not applications. They are the absence of a name on $35,612,
44.8% of the bill. At $91 and $97 per thousand calls the two
insait rows are production agent traffic with the label missing, not stray
test scripts.
THE UNTAGGED LINE IS BIGGER THAN ANY TEAM WE HAVE. $28,370 against
$21,140 for insait, our largest. It is the single biggest item on the
slide and it belongs to nobody.
IF ASKED ABOUT THE PROVIDER COLUMNS: they are where the money went, not who
we buy from. ai-factory is the only team using all three, and each one does
a different job: Azure for claims-copilot, Claude for the developer cli,
GCP for both OCR pipelines.
IF ASKED WHY SOME TEAMS SHOW A ROLLED LINE: there are 79 application names
and about twenty rows fit on a slide. Every unnamed row is listed whatever
its size; only real, named, small applications are rolled up, and the count
is on the line.
IF ASKED WHETHER THE NUMBERS ARE SOLID: the report's two tables disagree on
dollars by 1.5% and agree on call volumes exactly. It does not move
anything on this slide.
THE ASK: put an application tag on the Bedrock calls. It is gateway
configuration, not a project, and it is what turns this table into a
monthly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Every team, every application, every provider</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over 50 days. Rows in red have no application name.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Untagged Bedrock and guardrail fees are billed on AWS with no application tag, so they belong to no team. $35,612, 45% of the bill, carries no application name.</a:t>
            </a:r>
            <a:endParaRPr lang="en-US" sz="12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0195560" cy="914400"/>
        </p:xfrm>
        <a:graphic>
          <a:graphicData uri="http://schemas.openxmlformats.org/drawingml/2006/table">
            <a:tbl>
              <a:tblPr/>
              <a:tblGrid>
                <a:gridCol w="1417320"/>
                <a:gridCol w="2880360"/>
                <a:gridCol w="1143000"/>
                <a:gridCol w="1325880"/>
                <a:gridCol w="1005840"/>
                <a:gridCol w="1188720"/>
                <a:gridCol w="1234440"/>
              </a:tblGrid>
              <a:tr h="219456">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35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$21,140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188,069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$13,242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120,259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jeff---pension-copilot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29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$734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47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$14,871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408,859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274,035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91,388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14,844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$1,989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$1,990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10,832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31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$343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17,568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9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661,197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643,475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6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Other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13 more teams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No 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Untagged Bedrock and guardrails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the whole AI bill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$53,250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$20,905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3DD9EB"/>
                          </a:solidFill>
                          <a:latin typeface="Calibri" pitchFamily="34" charset="0"/>
                          <a:ea typeface="Calibri" pitchFamily="34" charset="-122"/>
                          <a:cs typeface="Calibri" pitchFamily="34" charset="-120"/>
                        </a:rPr>
                        <a:t>$79,448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1,290,499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2026-08-19T20:01:24Z</dcterms:created>
  <dcterms:modified xsi:type="dcterms:W3CDTF">2026-08-19T20:01:24Z</dcterms:modified>
</cp:coreProperties>
</file>